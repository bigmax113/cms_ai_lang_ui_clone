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1: CMS AI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2: Что уже готово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3: Архитектура прототипа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4: Render free deploy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5: AI Workbench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6: AI-перевод интерфейса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7: Контролируемый Ask workflow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8: Corpus: прозрачность источников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9: Генерация изображений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10: Генерация видео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11: Payload Admin: control room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12: Блог и шаблоны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13: Cross-site линковка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14: Безопасность и эксплуатация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15: Demo checklist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0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02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0B6B6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694944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5E7EA"/>
                </a:solidFill>
              </a:rPr>
              <a:t>Payload + Grok 4.3 + Render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58368" y="1161288"/>
            <a:ext cx="4114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CMS AI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617720" y="123444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EAF1F8"/>
                </a:solidFill>
              </a:rPr>
              <a:t>Действующий прототип CMS с AI-поиском, генерацией медиа, блог-шаблонами и cross-site линковкой.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663440" y="406908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5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663440" y="4553712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5E7EA"/>
                </a:solidFill>
              </a:rPr>
              <a:t>языков UI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629400" y="406908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3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629400" y="4553712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5E7EA"/>
                </a:solidFill>
              </a:rPr>
              <a:t>AI-модели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595360" y="406908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Free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8595360" y="4553712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5E7EA"/>
                </a:solidFill>
              </a:rPr>
              <a:t>Render deploy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617720" y="60533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7AF"/>
                </a:solidFill>
              </a:rPr>
              <a:t>Подготовлено: 21 мая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0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Что уже готово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02920" y="841248"/>
            <a:ext cx="1508760" cy="0"/>
          </a:xfrm>
          <a:prstGeom prst="line">
            <a:avLst/>
          </a:prstGeom>
          <a:noFill/>
          <a:ln w="38100">
            <a:solidFill>
              <a:srgbClr val="0B6B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829800" y="3840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0758F"/>
                </a:solidFill>
              </a:rPr>
              <a:t>CMS AI prototype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868680" y="1572768"/>
            <a:ext cx="9875520" cy="4297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72030"/>
                </a:solidFill>
              </a:rPr>
              <a:t>Docker-версия загружена в GitHub bigmax113/CMS_AI.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72030"/>
                </a:solidFill>
              </a:rPr>
              <a:t>Render free deploy: https://cms-ai.onrender.com.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72030"/>
                </a:solidFill>
              </a:rPr>
              <a:t>AI слой переведен с локальной модели на Grok 4.3.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72030"/>
                </a:solidFill>
              </a:rPr>
              <a:t>Добавлены Grok Imagine image/video и AI-перевод интерфейса.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5760720"/>
            <a:ext cx="10881360" cy="91440"/>
          </a:xfrm>
          <a:prstGeom prst="rect">
            <a:avLst/>
          </a:prstGeom>
          <a:solidFill>
            <a:srgbClr val="0B6B6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0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Архитектура прототипа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02920" y="841248"/>
            <a:ext cx="1508760" cy="0"/>
          </a:xfrm>
          <a:prstGeom prst="line">
            <a:avLst/>
          </a:prstGeom>
          <a:noFill/>
          <a:ln w="38100">
            <a:solidFill>
              <a:srgbClr val="0B6B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932688"/>
            <a:ext cx="8961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60758F"/>
                </a:solidFill>
              </a:rPr>
              <a:t>Слои разделены: CMS, кастомный интерфейс, AI API и деплой.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9829800" y="3840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0758F"/>
                </a:solidFill>
              </a:rPr>
              <a:t>CMS AI prototype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13232" y="1901952"/>
            <a:ext cx="2212848" cy="960120"/>
          </a:xfrm>
          <a:prstGeom prst="roundRect">
            <a:avLst>
              <a:gd name="adj" fmla="val 7619"/>
            </a:avLst>
          </a:prstGeom>
          <a:solidFill>
            <a:srgbClr val="E7F4F4"/>
          </a:solidFill>
          <a:ln w="12700">
            <a:solidFill>
              <a:srgbClr val="9AD4D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2157984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030"/>
                </a:solidFill>
              </a:rPr>
              <a:t>Next.js + Payload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044952" y="2221992"/>
            <a:ext cx="310896" cy="310896"/>
          </a:xfrm>
          <a:prstGeom prst="chevron">
            <a:avLst/>
          </a:prstGeom>
          <a:solidFill>
            <a:srgbClr val="0B6B6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502152" y="1901952"/>
            <a:ext cx="2212848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8E0E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66744" y="2157984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030"/>
                </a:solidFill>
              </a:rPr>
              <a:t>Custom AI Workbench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833872" y="2221992"/>
            <a:ext cx="310896" cy="310896"/>
          </a:xfrm>
          <a:prstGeom prst="chevron">
            <a:avLst/>
          </a:prstGeom>
          <a:solidFill>
            <a:srgbClr val="0B6B6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91072" y="1901952"/>
            <a:ext cx="2212848" cy="960120"/>
          </a:xfrm>
          <a:prstGeom prst="roundRect">
            <a:avLst>
              <a:gd name="adj" fmla="val 7619"/>
            </a:avLst>
          </a:prstGeom>
          <a:solidFill>
            <a:srgbClr val="E7F4F4"/>
          </a:solidFill>
          <a:ln w="12700">
            <a:solidFill>
              <a:srgbClr val="9AD4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55664" y="2157984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030"/>
                </a:solidFill>
              </a:rPr>
              <a:t>xAI Grok API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622792" y="2221992"/>
            <a:ext cx="310896" cy="310896"/>
          </a:xfrm>
          <a:prstGeom prst="chevron">
            <a:avLst/>
          </a:prstGeom>
          <a:solidFill>
            <a:srgbClr val="0B6B6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079992" y="1901952"/>
            <a:ext cx="2212848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8E0E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244584" y="2157984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030"/>
                </a:solidFill>
              </a:rPr>
              <a:t>Render Docker + Postgres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960120" y="3886200"/>
            <a:ext cx="9692640" cy="4297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72030"/>
                </a:solidFill>
              </a:rPr>
              <a:t>Контент и тесты хранятся в Payload.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72030"/>
                </a:solidFill>
              </a:rPr>
              <a:t>Кастомный workbench вызывает серверные AI endpoints.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72030"/>
                </a:solidFill>
              </a:rPr>
              <a:t>Render держит Docker-контейнер и Postgres schema cms_ai.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0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Render free deploy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02920" y="841248"/>
            <a:ext cx="1508760" cy="0"/>
          </a:xfrm>
          <a:prstGeom prst="line">
            <a:avLst/>
          </a:prstGeom>
          <a:noFill/>
          <a:ln w="38100">
            <a:solidFill>
              <a:srgbClr val="0B6B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829800" y="3840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0758F"/>
                </a:solidFill>
              </a:rPr>
              <a:t>CMS AI prototype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713232" y="1481328"/>
            <a:ext cx="4983480" cy="1143000"/>
          </a:xfrm>
          <a:prstGeom prst="roundRect">
            <a:avLst>
              <a:gd name="adj" fmla="val 6400"/>
            </a:avLst>
          </a:prstGeom>
          <a:solidFill>
            <a:srgbClr val="E7F4F4"/>
          </a:solidFill>
          <a:ln w="12700">
            <a:solidFill>
              <a:srgbClr val="D8E0E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719072"/>
            <a:ext cx="4526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2030"/>
                </a:solidFill>
              </a:rPr>
              <a:t>Web service работает на free plan.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63640" y="1481328"/>
            <a:ext cx="4983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8E0E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64808" y="1719072"/>
            <a:ext cx="4526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2030"/>
                </a:solidFill>
              </a:rPr>
              <a:t>Postgres использует существующую free базу с отдельной схемой cms_ai.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13232" y="3127248"/>
            <a:ext cx="4983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8E0E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3364992"/>
            <a:ext cx="4526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2030"/>
                </a:solidFill>
              </a:rPr>
              <a:t>Секреты и ключи заданы через Render Environment.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63640" y="3127248"/>
            <a:ext cx="4983480" cy="1143000"/>
          </a:xfrm>
          <a:prstGeom prst="roundRect">
            <a:avLst>
              <a:gd name="adj" fmla="val 6400"/>
            </a:avLst>
          </a:prstGeom>
          <a:solidFill>
            <a:srgbClr val="E7F4F4"/>
          </a:solidFill>
          <a:ln w="12700">
            <a:solidFill>
              <a:srgbClr val="D8E0E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64808" y="3364992"/>
            <a:ext cx="4526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2030"/>
                </a:solidFill>
              </a:rPr>
              <a:t>Первый запрос после сна free-сервиса может быть медленным.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0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 Workbench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02920" y="841248"/>
            <a:ext cx="1508760" cy="0"/>
          </a:xfrm>
          <a:prstGeom prst="line">
            <a:avLst/>
          </a:prstGeom>
          <a:noFill/>
          <a:ln w="38100">
            <a:solidFill>
              <a:srgbClr val="0B6B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932688"/>
            <a:ext cx="8961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60758F"/>
                </a:solidFill>
              </a:rPr>
              <a:t>Кастомный интерфейс является логическим продолжением админки.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9829800" y="3840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0758F"/>
                </a:solidFill>
              </a:rPr>
              <a:t>CMS AI prototype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58368" y="1417320"/>
            <a:ext cx="10881360" cy="4892040"/>
          </a:xfrm>
          <a:prstGeom prst="roundRect">
            <a:avLst>
              <a:gd name="adj" fmla="val 1121"/>
            </a:avLst>
          </a:prstGeom>
          <a:solidFill>
            <a:srgbClr val="FFFFFF"/>
          </a:solidFill>
          <a:ln w="12700">
            <a:solidFill>
              <a:srgbClr val="D8E0E9"/>
            </a:solidFill>
            <a:prstDash val="solid"/>
          </a:ln>
        </p:spPr>
      </p:sp>
      <p:pic>
        <p:nvPicPr>
          <p:cNvPr id="7" name="Image 0" descr="C:\Users\bigma\OneDrive\Документы\New project\CMS_AI_upload\public\manual\screenshots\01-ai-workbench-as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52103" y="1417320"/>
            <a:ext cx="6093891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0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AI-перевод интерфейса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02920" y="841248"/>
            <a:ext cx="1508760" cy="0"/>
          </a:xfrm>
          <a:prstGeom prst="line">
            <a:avLst/>
          </a:prstGeom>
          <a:noFill/>
          <a:ln w="38100">
            <a:solidFill>
              <a:srgbClr val="0B6B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932688"/>
            <a:ext cx="8961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60758F"/>
                </a:solidFill>
              </a:rPr>
              <a:t>Пять языков: English, Russian, Ukrainian, Romanian, Polish. Перевод делает Grok 4.3 на сервере.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9829800" y="3840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0758F"/>
                </a:solidFill>
              </a:rPr>
              <a:t>CMS AI prototype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58368" y="1417320"/>
            <a:ext cx="10881360" cy="4892040"/>
          </a:xfrm>
          <a:prstGeom prst="roundRect">
            <a:avLst>
              <a:gd name="adj" fmla="val 1121"/>
            </a:avLst>
          </a:prstGeom>
          <a:solidFill>
            <a:srgbClr val="FFFFFF"/>
          </a:solidFill>
          <a:ln w="12700">
            <a:solidFill>
              <a:srgbClr val="D8E0E9"/>
            </a:solidFill>
            <a:prstDash val="solid"/>
          </a:ln>
        </p:spPr>
      </p:sp>
      <p:pic>
        <p:nvPicPr>
          <p:cNvPr id="7" name="Image 0" descr="C:\Users\bigma\OneDrive\Документы\New project\CMS_AI_upload\public\manual\screenshots\02-ai-language-selec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76717" y="1417320"/>
            <a:ext cx="5644662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0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Контролируемый Ask workflow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02920" y="841248"/>
            <a:ext cx="1508760" cy="0"/>
          </a:xfrm>
          <a:prstGeom prst="line">
            <a:avLst/>
          </a:prstGeom>
          <a:noFill/>
          <a:ln w="38100">
            <a:solidFill>
              <a:srgbClr val="0B6B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829800" y="3840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0758F"/>
                </a:solidFill>
              </a:rPr>
              <a:t>CMS AI prototype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713232" y="1481328"/>
            <a:ext cx="4983480" cy="1143000"/>
          </a:xfrm>
          <a:prstGeom prst="roundRect">
            <a:avLst>
              <a:gd name="adj" fmla="val 6400"/>
            </a:avLst>
          </a:prstGeom>
          <a:solidFill>
            <a:srgbClr val="E7F4F4"/>
          </a:solidFill>
          <a:ln w="12700">
            <a:solidFill>
              <a:srgbClr val="D8E0E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719072"/>
            <a:ext cx="4526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2030"/>
                </a:solidFill>
              </a:rPr>
              <a:t>Сначала Preview sources, затем Ask Grok.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63640" y="1481328"/>
            <a:ext cx="4983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8E0E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64808" y="1719072"/>
            <a:ext cx="4526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2030"/>
                </a:solidFill>
              </a:rPr>
              <a:t>Можно ограничить папку, фильтр, число файлов и chunks.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13232" y="3127248"/>
            <a:ext cx="4983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8E0E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3364992"/>
            <a:ext cx="4526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2030"/>
                </a:solidFill>
              </a:rPr>
              <a:t>Ответы могут сохраняться как evidence в Test Runs.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63640" y="3127248"/>
            <a:ext cx="4983480" cy="1143000"/>
          </a:xfrm>
          <a:prstGeom prst="roundRect">
            <a:avLst>
              <a:gd name="adj" fmla="val 6400"/>
            </a:avLst>
          </a:prstGeom>
          <a:solidFill>
            <a:srgbClr val="E7F4F4"/>
          </a:solidFill>
          <a:ln w="12700">
            <a:solidFill>
              <a:srgbClr val="D8E0E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64808" y="3364992"/>
            <a:ext cx="4526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2030"/>
                </a:solidFill>
              </a:rPr>
              <a:t>Reranking включается только при настроенной embedding-модели.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0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Corpus: прозрачность источников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02920" y="841248"/>
            <a:ext cx="1508760" cy="0"/>
          </a:xfrm>
          <a:prstGeom prst="line">
            <a:avLst/>
          </a:prstGeom>
          <a:noFill/>
          <a:ln w="38100">
            <a:solidFill>
              <a:srgbClr val="0B6B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932688"/>
            <a:ext cx="8961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60758F"/>
                </a:solidFill>
              </a:rPr>
              <a:t>Редактор видит, какие документы реально доступны AI слою.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9829800" y="3840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0758F"/>
                </a:solidFill>
              </a:rPr>
              <a:t>CMS AI prototype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58368" y="1417320"/>
            <a:ext cx="10881360" cy="4892040"/>
          </a:xfrm>
          <a:prstGeom prst="roundRect">
            <a:avLst>
              <a:gd name="adj" fmla="val 1121"/>
            </a:avLst>
          </a:prstGeom>
          <a:solidFill>
            <a:srgbClr val="FFFFFF"/>
          </a:solidFill>
          <a:ln w="12700">
            <a:solidFill>
              <a:srgbClr val="D8E0E9"/>
            </a:solidFill>
            <a:prstDash val="solid"/>
          </a:ln>
        </p:spPr>
      </p:sp>
      <p:pic>
        <p:nvPicPr>
          <p:cNvPr id="7" name="Image 0" descr="C:\Users\bigma\OneDrive\Документы\New project\CMS_AI_upload\public\manual\screenshots\04-ai-corpu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76779" y="1417320"/>
            <a:ext cx="7044538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0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Генерация изображений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02920" y="841248"/>
            <a:ext cx="1508760" cy="0"/>
          </a:xfrm>
          <a:prstGeom prst="line">
            <a:avLst/>
          </a:prstGeom>
          <a:noFill/>
          <a:ln w="38100">
            <a:solidFill>
              <a:srgbClr val="0B6B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829800" y="3840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0758F"/>
                </a:solidFill>
              </a:rPr>
              <a:t>CMS AI prototype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713232" y="1664208"/>
            <a:ext cx="4297680" cy="4297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72030"/>
                </a:solidFill>
              </a:rPr>
              <a:t>Endpoint: /api/generate-image.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72030"/>
                </a:solidFill>
              </a:rPr>
              <a:t>Модель: grok-imagine-image.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72030"/>
                </a:solidFill>
              </a:rPr>
              <a:t>Поддерживаются aspect ratio и CMS-friendly prompts.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72030"/>
                </a:solidFill>
              </a:rPr>
              <a:t>Результат возвращается ссылкой и может быть загружен в Media.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166360" y="1298448"/>
            <a:ext cx="6217920" cy="5120640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12700">
            <a:solidFill>
              <a:srgbClr val="D8E0E9"/>
            </a:solidFill>
            <a:prstDash val="solid"/>
          </a:ln>
        </p:spPr>
      </p:sp>
      <p:pic>
        <p:nvPicPr>
          <p:cNvPr id="7" name="Image 0" descr="C:\Users\bigma\OneDrive\Документы\New project\CMS_AI_upload\public\manual\screenshots\03-ai-generate-med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66360" y="1699768"/>
            <a:ext cx="6217920" cy="431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0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Генерация видео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02920" y="841248"/>
            <a:ext cx="1508760" cy="0"/>
          </a:xfrm>
          <a:prstGeom prst="line">
            <a:avLst/>
          </a:prstGeom>
          <a:noFill/>
          <a:ln w="38100">
            <a:solidFill>
              <a:srgbClr val="0B6B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829800" y="3840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0758F"/>
                </a:solidFill>
              </a:rPr>
              <a:t>CMS AI prototype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85800" y="1591056"/>
            <a:ext cx="4892040" cy="4206240"/>
          </a:xfrm>
          <a:prstGeom prst="rect">
            <a:avLst/>
          </a:prstGeom>
          <a:solidFill>
            <a:srgbClr val="16202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94767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grok-imagine-video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87552" y="2542032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D5E7EA"/>
                </a:solidFill>
              </a:rPr>
              <a:t>Text prompt + optional source image -&gt; async request -&gt; polling -&gt; video URL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172200" y="1719072"/>
            <a:ext cx="4754880" cy="4297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72030"/>
                </a:solidFill>
              </a:rPr>
              <a:t>Endpoint: /api/generate-video.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72030"/>
                </a:solidFill>
              </a:rPr>
              <a:t>Модель: grok-imagine-video.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72030"/>
                </a:solidFill>
              </a:rPr>
              <a:t>Prompt + опциональный image URL.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72030"/>
                </a:solidFill>
              </a:rPr>
              <a:t>Polling управляется GROK_VIDEO_POLL_ATTEMPTS и INTERVAL.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F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0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Payload Admin: control room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02920" y="841248"/>
            <a:ext cx="1508760" cy="0"/>
          </a:xfrm>
          <a:prstGeom prst="line">
            <a:avLst/>
          </a:prstGeom>
          <a:noFill/>
          <a:ln w="38100">
            <a:solidFill>
              <a:srgbClr val="0B6B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932688"/>
            <a:ext cx="8961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60758F"/>
                </a:solidFill>
              </a:rPr>
              <a:t>Dashboard показывает AI-проекты, шаблоны, тесты, сайты и блог как единую editorial-систему.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9829800" y="3840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0758F"/>
                </a:solidFill>
              </a:rPr>
              <a:t>CMS AI prototype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58368" y="1417320"/>
            <a:ext cx="10881360" cy="4892040"/>
          </a:xfrm>
          <a:prstGeom prst="roundRect">
            <a:avLst>
              <a:gd name="adj" fmla="val 1121"/>
            </a:avLst>
          </a:prstGeom>
          <a:solidFill>
            <a:srgbClr val="FFFFFF"/>
          </a:solidFill>
          <a:ln w="12700">
            <a:solidFill>
              <a:srgbClr val="D8E0E9"/>
            </a:solidFill>
            <a:prstDash val="solid"/>
          </a:ln>
        </p:spPr>
      </p:sp>
      <p:pic>
        <p:nvPicPr>
          <p:cNvPr id="7" name="Image 0" descr="C:\Users\bigma\OneDrive\Документы\New project\CMS_AI_upload\public\manual\screenshots\07-payload-admin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10237" y="1417320"/>
            <a:ext cx="5577623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0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Блог и шаблоны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02920" y="841248"/>
            <a:ext cx="1508760" cy="0"/>
          </a:xfrm>
          <a:prstGeom prst="line">
            <a:avLst/>
          </a:prstGeom>
          <a:noFill/>
          <a:ln w="38100">
            <a:solidFill>
              <a:srgbClr val="0B6B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932688"/>
            <a:ext cx="8961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60758F"/>
                </a:solidFill>
              </a:rPr>
              <a:t>Blog Posts связаны с Sites, Blog Templates, SEO-полями и AI brief.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9829800" y="3840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0758F"/>
                </a:solidFill>
              </a:rPr>
              <a:t>CMS AI prototype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58368" y="1417320"/>
            <a:ext cx="10881360" cy="4892040"/>
          </a:xfrm>
          <a:prstGeom prst="roundRect">
            <a:avLst>
              <a:gd name="adj" fmla="val 1121"/>
            </a:avLst>
          </a:prstGeom>
          <a:solidFill>
            <a:srgbClr val="FFFFFF"/>
          </a:solidFill>
          <a:ln w="12700">
            <a:solidFill>
              <a:srgbClr val="D8E0E9"/>
            </a:solidFill>
            <a:prstDash val="solid"/>
          </a:ln>
        </p:spPr>
      </p:sp>
      <p:pic>
        <p:nvPicPr>
          <p:cNvPr id="7" name="Image 0" descr="C:\Users\bigma\OneDrive\Документы\New project\CMS_AI_upload\public\manual\screenshots\08-blog-posts-colle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76779" y="1417320"/>
            <a:ext cx="7044538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EF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0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Cross-site линковка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02920" y="841248"/>
            <a:ext cx="1508760" cy="0"/>
          </a:xfrm>
          <a:prstGeom prst="line">
            <a:avLst/>
          </a:prstGeom>
          <a:noFill/>
          <a:ln w="38100">
            <a:solidFill>
              <a:srgbClr val="0B6B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932688"/>
            <a:ext cx="8961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60758F"/>
                </a:solidFill>
              </a:rPr>
              <a:t>Site Links управляют переходами между сайтами, anchor text, placement и risk review.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9829800" y="3840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0758F"/>
                </a:solidFill>
              </a:rPr>
              <a:t>CMS AI prototype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58368" y="1417320"/>
            <a:ext cx="10881360" cy="4892040"/>
          </a:xfrm>
          <a:prstGeom prst="roundRect">
            <a:avLst>
              <a:gd name="adj" fmla="val 1121"/>
            </a:avLst>
          </a:prstGeom>
          <a:solidFill>
            <a:srgbClr val="FFFFFF"/>
          </a:solidFill>
          <a:ln w="12700">
            <a:solidFill>
              <a:srgbClr val="D8E0E9"/>
            </a:solidFill>
            <a:prstDash val="solid"/>
          </a:ln>
        </p:spPr>
      </p:sp>
      <p:pic>
        <p:nvPicPr>
          <p:cNvPr id="7" name="Image 0" descr="C:\Users\bigma\OneDrive\Документы\New project\CMS_AI_upload\public\manual\screenshots\09-site-links-colle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76779" y="1417320"/>
            <a:ext cx="7044538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EF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0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Безопасность и эксплуатация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02920" y="841248"/>
            <a:ext cx="1508760" cy="0"/>
          </a:xfrm>
          <a:prstGeom prst="line">
            <a:avLst/>
          </a:prstGeom>
          <a:noFill/>
          <a:ln w="38100">
            <a:solidFill>
              <a:srgbClr val="0B6B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829800" y="3840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0758F"/>
                </a:solidFill>
              </a:rPr>
              <a:t>CMS AI prototype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713232" y="1481328"/>
            <a:ext cx="4983480" cy="1143000"/>
          </a:xfrm>
          <a:prstGeom prst="roundRect">
            <a:avLst>
              <a:gd name="adj" fmla="val 6400"/>
            </a:avLst>
          </a:prstGeom>
          <a:solidFill>
            <a:srgbClr val="E7F4F4"/>
          </a:solidFill>
          <a:ln w="12700">
            <a:solidFill>
              <a:srgbClr val="D8E0E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719072"/>
            <a:ext cx="4526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2030"/>
                </a:solidFill>
              </a:rPr>
              <a:t>XAI_API_KEY хранится только в Render env.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63640" y="1481328"/>
            <a:ext cx="4983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8E0E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64808" y="1719072"/>
            <a:ext cx="4526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2030"/>
                </a:solidFill>
              </a:rPr>
              <a:t>PAYLOAD_SECRET сгенерирован для сервиса.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13232" y="3127248"/>
            <a:ext cx="4983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8E0E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3364992"/>
            <a:ext cx="4526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2030"/>
                </a:solidFill>
              </a:rPr>
              <a:t>Тестовый пароль admin нужно заменить перед production.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63640" y="3127248"/>
            <a:ext cx="4983480" cy="1143000"/>
          </a:xfrm>
          <a:prstGeom prst="roundRect">
            <a:avLst>
              <a:gd name="adj" fmla="val 6400"/>
            </a:avLst>
          </a:prstGeom>
          <a:solidFill>
            <a:srgbClr val="E7F4F4"/>
          </a:solidFill>
          <a:ln w="12700">
            <a:solidFill>
              <a:srgbClr val="D8E0E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64808" y="3364992"/>
            <a:ext cx="4526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2030"/>
                </a:solidFill>
              </a:rPr>
              <a:t>Схема cms_ai изолирует таблицы прототипа в общей free Postgres.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EF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0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Demo checklist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02920" y="841248"/>
            <a:ext cx="1508760" cy="0"/>
          </a:xfrm>
          <a:prstGeom prst="line">
            <a:avLst/>
          </a:prstGeom>
          <a:noFill/>
          <a:ln w="38100">
            <a:solidFill>
              <a:srgbClr val="0B6B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829800" y="3840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0758F"/>
                </a:solidFill>
              </a:rPr>
              <a:t>CMS AI prototype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0B6B6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417320"/>
            <a:ext cx="8961120" cy="4297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72030"/>
                </a:solidFill>
              </a:rPr>
              <a:t>Открыть /ai и переключить язык.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72030"/>
                </a:solidFill>
              </a:rPr>
              <a:t>Запустить Preview sources и Ask Grok.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72030"/>
                </a:solidFill>
              </a:rPr>
              <a:t>Показать Generate image и video request.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72030"/>
                </a:solidFill>
              </a:rPr>
              <a:t>Открыть Payload Admin: Blog Posts, Site Links, Sites.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72030"/>
                </a:solidFill>
              </a:rPr>
              <a:t>После демо собрать feedback по шаблонам блога и linking workflow.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5806440"/>
            <a:ext cx="9966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Следующий шаг: согласовать сценарий демо и заменить тестовый пароль администратора.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CMS 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CMS AI - презентация прототипа</dc:title>
  <dc:subject>Payload CMS AI prototype with Grok 4.3 and Render deployment</dc:subject>
  <dc:creator>CMS AI</dc:creator>
  <cp:lastModifiedBy>CMS AI</cp:lastModifiedBy>
  <cp:revision>1</cp:revision>
  <dcterms:created xsi:type="dcterms:W3CDTF">2026-05-21T17:08:41Z</dcterms:created>
  <dcterms:modified xsi:type="dcterms:W3CDTF">2026-05-21T17:08:41Z</dcterms:modified>
</cp:coreProperties>
</file>