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6f8f2970694edd" /><Relationship Type="http://schemas.openxmlformats.org/officeDocument/2006/relationships/extended-properties" Target="/docProps/app.xml" Id="Rf40bae6ec4d64018" /><Relationship Type="http://schemas.openxmlformats.org/officeDocument/2006/relationships/officeDocument" Target="/ppt/presentation.xml" Id="Ref02f7a9f0e54c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87dbe6a2d34fea"/>
  </p:sldMasterIdLst>
  <p:notesMasterIdLst>
    <p:notesMasterId xmlns:r="http://schemas.openxmlformats.org/officeDocument/2006/relationships" r:id="Ra7f2ae4ea24d41df"/>
  </p:notesMasterIdLst>
  <p:sldIdLst>
    <p:sldId xmlns:r="http://schemas.openxmlformats.org/officeDocument/2006/relationships" id="256" r:id="Rf08179ee3c26493d"/>
    <p:sldId xmlns:r="http://schemas.openxmlformats.org/officeDocument/2006/relationships" id="257" r:id="R9c81024c32804592"/>
    <p:sldId xmlns:r="http://schemas.openxmlformats.org/officeDocument/2006/relationships" id="258" r:id="Re1365eec56804fe1"/>
    <p:sldId xmlns:r="http://schemas.openxmlformats.org/officeDocument/2006/relationships" id="259" r:id="Rbb872222c8a04cf1"/>
    <p:sldId xmlns:r="http://schemas.openxmlformats.org/officeDocument/2006/relationships" id="260" r:id="Rd38d78bddbe047b1"/>
    <p:sldId xmlns:r="http://schemas.openxmlformats.org/officeDocument/2006/relationships" id="261" r:id="R8888f2629ca7474d"/>
    <p:sldId xmlns:r="http://schemas.openxmlformats.org/officeDocument/2006/relationships" id="262" r:id="R372462f2c85b4bda"/>
    <p:sldId xmlns:r="http://schemas.openxmlformats.org/officeDocument/2006/relationships" id="263" r:id="Rf3393a14d1cc43a0"/>
    <p:sldId xmlns:r="http://schemas.openxmlformats.org/officeDocument/2006/relationships" id="264" r:id="Rf6e853ef3f68469a"/>
    <p:sldId xmlns:r="http://schemas.openxmlformats.org/officeDocument/2006/relationships" id="265" r:id="Ra0439819cd054781"/>
    <p:sldId xmlns:r="http://schemas.openxmlformats.org/officeDocument/2006/relationships" id="266" r:id="R3ee10d36686942bb"/>
    <p:sldId xmlns:r="http://schemas.openxmlformats.org/officeDocument/2006/relationships" id="267" r:id="Rf065c862237a488b"/>
    <p:sldId xmlns:r="http://schemas.openxmlformats.org/officeDocument/2006/relationships" id="268" r:id="R04c23b42d8e040ca"/>
    <p:sldId xmlns:r="http://schemas.openxmlformats.org/officeDocument/2006/relationships" id="269" r:id="R8055d465df9b4b1f"/>
    <p:sldId xmlns:r="http://schemas.openxmlformats.org/officeDocument/2006/relationships" id="270" r:id="R6c27ec36123c492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7dbe6a2d34fea" /><Relationship Type="http://schemas.openxmlformats.org/officeDocument/2006/relationships/theme" Target="/ppt/theme/theme1.xml" Id="Rbd3d9b1ac6fe4870" /><Relationship Type="http://schemas.openxmlformats.org/officeDocument/2006/relationships/notesMaster" Target="/ppt/notesMasters/notesMaster1.xml" Id="Ra7f2ae4ea24d41df" /><Relationship Type="http://schemas.openxmlformats.org/officeDocument/2006/relationships/presProps" Target="/ppt/presProps.xml" Id="Rcb776fc6f8ce4eaf" /><Relationship Type="http://schemas.openxmlformats.org/officeDocument/2006/relationships/viewProps" Target="/ppt/viewProps.xml" Id="R3f228fc3fb5447f1" /><Relationship Type="http://schemas.openxmlformats.org/officeDocument/2006/relationships/tableStyles" Target="/ppt/tableStyles.xml" Id="Rfa956d99f3ac42fb" /><Relationship Type="http://schemas.openxmlformats.org/officeDocument/2006/relationships/slide" Target="/ppt/slides/slide1.xml" Id="Rf08179ee3c26493d" /><Relationship Type="http://schemas.openxmlformats.org/officeDocument/2006/relationships/slide" Target="/ppt/slides/slide2.xml" Id="R9c81024c32804592" /><Relationship Type="http://schemas.openxmlformats.org/officeDocument/2006/relationships/slide" Target="/ppt/slides/slide3.xml" Id="Re1365eec56804fe1" /><Relationship Type="http://schemas.openxmlformats.org/officeDocument/2006/relationships/slide" Target="/ppt/slides/slide4.xml" Id="Rbb872222c8a04cf1" /><Relationship Type="http://schemas.openxmlformats.org/officeDocument/2006/relationships/slide" Target="/ppt/slides/slide5.xml" Id="Rd38d78bddbe047b1" /><Relationship Type="http://schemas.openxmlformats.org/officeDocument/2006/relationships/slide" Target="/ppt/slides/slide6.xml" Id="R8888f2629ca7474d" /><Relationship Type="http://schemas.openxmlformats.org/officeDocument/2006/relationships/slide" Target="/ppt/slides/slide7.xml" Id="R372462f2c85b4bda" /><Relationship Type="http://schemas.openxmlformats.org/officeDocument/2006/relationships/slide" Target="/ppt/slides/slide8.xml" Id="Rf3393a14d1cc43a0" /><Relationship Type="http://schemas.openxmlformats.org/officeDocument/2006/relationships/slide" Target="/ppt/slides/slide9.xml" Id="Rf6e853ef3f68469a" /><Relationship Type="http://schemas.openxmlformats.org/officeDocument/2006/relationships/slide" Target="/ppt/slides/slide10.xml" Id="Ra0439819cd054781" /><Relationship Type="http://schemas.openxmlformats.org/officeDocument/2006/relationships/slide" Target="/ppt/slides/slide11.xml" Id="R3ee10d36686942bb" /><Relationship Type="http://schemas.openxmlformats.org/officeDocument/2006/relationships/slide" Target="/ppt/slides/slide12.xml" Id="Rf065c862237a488b" /><Relationship Type="http://schemas.openxmlformats.org/officeDocument/2006/relationships/slide" Target="/ppt/slides/slide13.xml" Id="R04c23b42d8e040ca" /><Relationship Type="http://schemas.openxmlformats.org/officeDocument/2006/relationships/slide" Target="/ppt/slides/slide14.xml" Id="R8055d465df9b4b1f" /><Relationship Type="http://schemas.openxmlformats.org/officeDocument/2006/relationships/slide" Target="/ppt/slides/slide15.xml" Id="R6c27ec36123c49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39ce1acaf2645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854cf7e1cb4f19" /><Relationship Type="http://schemas.openxmlformats.org/officeDocument/2006/relationships/notesMaster" Target="/ppt/notesMasters/notesMaster1.xml" Id="R92fad61571bb47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7598593716446e" /><Relationship Type="http://schemas.openxmlformats.org/officeDocument/2006/relationships/notesMaster" Target="/ppt/notesMasters/notesMaster1.xml" Id="R74e7f1198d3c40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857814d08641c4" /><Relationship Type="http://schemas.openxmlformats.org/officeDocument/2006/relationships/notesMaster" Target="/ppt/notesMasters/notesMaster1.xml" Id="R9b897ae22d8544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94cdf4bf18495d" /><Relationship Type="http://schemas.openxmlformats.org/officeDocument/2006/relationships/notesMaster" Target="/ppt/notesMasters/notesMaster1.xml" Id="R1e1149846cd146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20c43cfb7b414c" /><Relationship Type="http://schemas.openxmlformats.org/officeDocument/2006/relationships/notesMaster" Target="/ppt/notesMasters/notesMaster1.xml" Id="R60be576181d344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3df91dfd1b404c" /><Relationship Type="http://schemas.openxmlformats.org/officeDocument/2006/relationships/notesMaster" Target="/ppt/notesMasters/notesMaster1.xml" Id="R9c1bde96ba274b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955ef7da80495e" /><Relationship Type="http://schemas.openxmlformats.org/officeDocument/2006/relationships/notesMaster" Target="/ppt/notesMasters/notesMaster1.xml" Id="Re2da4cc0599a4f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08dc0e01324dcc" /><Relationship Type="http://schemas.openxmlformats.org/officeDocument/2006/relationships/notesMaster" Target="/ppt/notesMasters/notesMaster1.xml" Id="Rfe3f71286c844c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76219d4c5845a2" /><Relationship Type="http://schemas.openxmlformats.org/officeDocument/2006/relationships/notesMaster" Target="/ppt/notesMasters/notesMaster1.xml" Id="R44cd8dc1ecc746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4fd6ffcab44c2e" /><Relationship Type="http://schemas.openxmlformats.org/officeDocument/2006/relationships/notesMaster" Target="/ppt/notesMasters/notesMaster1.xml" Id="R38c8610fca2b49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5dbe842208479d" /><Relationship Type="http://schemas.openxmlformats.org/officeDocument/2006/relationships/notesMaster" Target="/ppt/notesMasters/notesMaster1.xml" Id="R94136c3430c846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8d562f78754709" /><Relationship Type="http://schemas.openxmlformats.org/officeDocument/2006/relationships/notesMaster" Target="/ppt/notesMasters/notesMaster1.xml" Id="R33c62fded1a14a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67a03af7dd4dac" /><Relationship Type="http://schemas.openxmlformats.org/officeDocument/2006/relationships/notesMaster" Target="/ppt/notesMasters/notesMaster1.xml" Id="R7d08708ee5754b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6ff25a4dbe46d9" /><Relationship Type="http://schemas.openxmlformats.org/officeDocument/2006/relationships/notesMaster" Target="/ppt/notesMasters/notesMaster1.xml" Id="Re8798e21d9894f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ba726cc50b487d" /><Relationship Type="http://schemas.openxmlformats.org/officeDocument/2006/relationships/notesMaster" Target="/ppt/notesMasters/notesMaster1.xml" Id="R23a5ad5f0d5546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8b54951c741c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faf41ec0b5e4a4d" /><Relationship Type="http://schemas.openxmlformats.org/officeDocument/2006/relationships/slideLayout" Target="/ppt/slideLayouts/slideLayout2.xml" Id="Ree8c03e48b964a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8c03e48b964a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302d5e275b47b1" /><Relationship Type="http://schemas.openxmlformats.org/officeDocument/2006/relationships/notesSlide" Target="/ppt/notesSlides/notesSlide1.xml" Id="Rd2eb9420560d4b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177b308b8d43c2" /><Relationship Type="http://schemas.openxmlformats.org/officeDocument/2006/relationships/notesSlide" Target="/ppt/notesSlides/notesSlide2.xml" Id="R7645494d05c349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ae4648c4b64593" /><Relationship Type="http://schemas.openxmlformats.org/officeDocument/2006/relationships/notesSlide" Target="/ppt/notesSlides/notesSlide3.xml" Id="R0a816a9a259e44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2504bf053e4459" /><Relationship Type="http://schemas.openxmlformats.org/officeDocument/2006/relationships/notesSlide" Target="/ppt/notesSlides/notesSlide4.xml" Id="R9fcb868210b141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e68159d7b14c45" /><Relationship Type="http://schemas.openxmlformats.org/officeDocument/2006/relationships/notesSlide" Target="/ppt/notesSlides/notesSlide5.xml" Id="R76c8799b144246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d0a71d61c248b0" /><Relationship Type="http://schemas.openxmlformats.org/officeDocument/2006/relationships/notesSlide" Target="/ppt/notesSlides/notesSlide6.xml" Id="Raf81ceba4f5248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30cbcc4c0b4e67" /><Relationship Type="http://schemas.openxmlformats.org/officeDocument/2006/relationships/notesSlide" Target="/ppt/notesSlides/notesSlide7.xml" Id="R7575505f5e244f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d81eebeffa42d9" /><Relationship Type="http://schemas.openxmlformats.org/officeDocument/2006/relationships/notesSlide" Target="/ppt/notesSlides/notesSlide8.xml" Id="R39851eb187f34e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c1354256984bb6" /><Relationship Type="http://schemas.openxmlformats.org/officeDocument/2006/relationships/notesSlide" Target="/ppt/notesSlides/notesSlide9.xml" Id="R004bca7ed69a4d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13c605596d4489" /><Relationship Type="http://schemas.openxmlformats.org/officeDocument/2006/relationships/notesSlide" Target="/ppt/notesSlides/notesSlide10.xml" Id="R04881196e7c547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b7b438cbb54abf" /><Relationship Type="http://schemas.openxmlformats.org/officeDocument/2006/relationships/notesSlide" Target="/ppt/notesSlides/notesSlide11.xml" Id="R12b7120e05e24e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53521639eb493c" /><Relationship Type="http://schemas.openxmlformats.org/officeDocument/2006/relationships/notesSlide" Target="/ppt/notesSlides/notesSlide12.xml" Id="Rc6833692fdb84c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c78d27b5e04bad" /><Relationship Type="http://schemas.openxmlformats.org/officeDocument/2006/relationships/notesSlide" Target="/ppt/notesSlides/notesSlide13.xml" Id="R57e113f505bd43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39034092f04009" /><Relationship Type="http://schemas.openxmlformats.org/officeDocument/2006/relationships/notesSlide" Target="/ppt/notesSlides/notesSlide14.xml" Id="R1088fb5e968b4c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3487e8c56b45c3" /><Relationship Type="http://schemas.openxmlformats.org/officeDocument/2006/relationships/notesSlide" Target="/ppt/notesSlides/notesSlide15.xml" Id="R83162712703443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g-2">
            <a:extLst xmlns:a="http://schemas.openxmlformats.org/drawingml/2006/main">
              <a:ext uri="{FF2B5EF4-FFF2-40B4-BE49-F238E27FC236}">
                <a16:creationId xmlns:a16="http://schemas.microsoft.com/office/drawing/2014/main" id="{BBF75375-D4AB-4E70-BE57-5C7AE404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F"/>
          </a:solidFill>
        </p:spPr>
      </p:sp>
      <p:sp>
        <p:nvSpPr>
          <p:cNvPr id="2" name="cover-field-3">
            <a:extLst xmlns:a="http://schemas.openxmlformats.org/drawingml/2006/main">
              <a:ext uri="{FF2B5EF4-FFF2-40B4-BE49-F238E27FC236}">
                <a16:creationId xmlns:a16="http://schemas.microsoft.com/office/drawing/2014/main" id="{18232FED-B95F-4289-8B7E-FC695D36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3" name="text-5">
            <a:extLst xmlns:a="http://schemas.openxmlformats.org/drawingml/2006/main">
              <a:ext uri="{FF2B5EF4-FFF2-40B4-BE49-F238E27FC236}">
                <a16:creationId xmlns:a16="http://schemas.microsoft.com/office/drawing/2014/main" id="{BAC75352-93F4-40FA-9B17-F1BB78E9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6B6F"/>
                </a:solidFill>
              </a:defRPr>
            </a:pPr>
            <a:r>
              <a:rPr sz="1200" b="1">
                <a:solidFill>
                  <a:srgbClr val="0B6B6F"/>
                </a:solidFill>
              </a:rPr>
              <a:t>PRODUCT DECK</a:t>
            </a:r>
          </a:p>
        </p:txBody>
      </p:sp>
      <p:sp>
        <p:nvSpPr>
          <p:cNvPr id="4" name="text-6">
            <a:extLst xmlns:a="http://schemas.openxmlformats.org/drawingml/2006/main">
              <a:ext uri="{FF2B5EF4-FFF2-40B4-BE49-F238E27FC236}">
                <a16:creationId xmlns:a16="http://schemas.microsoft.com/office/drawing/2014/main" id="{AE31F4E7-19FF-4F83-BD2D-3C2C766A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318135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FFFFFF"/>
                </a:solidFill>
              </a:defRPr>
            </a:pPr>
            <a:r>
              <a:rPr sz="8400" b="1">
                <a:solidFill>
                  <a:srgbClr val="FFFFFF"/>
                </a:solidFill>
              </a:rPr>
              <a:t>CMS AI</a:t>
            </a:r>
          </a:p>
        </p:txBody>
      </p:sp>
      <p:sp>
        <p:nvSpPr>
          <p:cNvPr id="5" name="text-7">
            <a:extLst xmlns:a="http://schemas.openxmlformats.org/drawingml/2006/main">
              <a:ext uri="{FF2B5EF4-FFF2-40B4-BE49-F238E27FC236}">
                <a16:creationId xmlns:a16="http://schemas.microsoft.com/office/drawing/2014/main" id="{CF5D50BB-2C0D-4872-840A-A4EAE467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98298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6E7E6"/>
                </a:solidFill>
              </a:defRPr>
            </a:pPr>
            <a:r>
              <a:rPr sz="2550">
                <a:solidFill>
                  <a:srgbClr val="D6E7E6"/>
                </a:solidFill>
              </a:rPr>
              <a:t>Единая рабочая зона для документов, контента, блогов и управляемой перелинковки.</a:t>
            </a:r>
          </a:p>
        </p:txBody>
      </p:sp>
      <p:sp>
        <p:nvSpPr>
          <p:cNvPr id="6" name="flow-node-8">
            <a:extLst xmlns:a="http://schemas.openxmlformats.org/drawingml/2006/main">
              <a:ext uri="{FF2B5EF4-FFF2-40B4-BE49-F238E27FC236}">
                <a16:creationId xmlns:a16="http://schemas.microsoft.com/office/drawing/2014/main" id="{E654BAB9-53C5-442B-A8F7-87FD4FF5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77790"/>
            <a:ext cx="3681413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text-10">
            <a:extLst xmlns:a="http://schemas.openxmlformats.org/drawingml/2006/main">
              <a:ext uri="{FF2B5EF4-FFF2-40B4-BE49-F238E27FC236}">
                <a16:creationId xmlns:a16="http://schemas.microsoft.com/office/drawing/2014/main" id="{9EB369EB-C519-4185-BF45-582B9F95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53050"/>
            <a:ext cx="3295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6B6F"/>
                </a:solidFill>
              </a:defRPr>
            </a:pPr>
            <a:r>
              <a:rPr sz="1650" b="1">
                <a:solidFill>
                  <a:srgbClr val="0B6B6F"/>
                </a:solidFill>
              </a:rPr>
              <a:t>Документы</a:t>
            </a:r>
          </a:p>
        </p:txBody>
      </p:sp>
      <p:sp>
        <p:nvSpPr>
          <p:cNvPr id="8" name="text-11">
            <a:extLst xmlns:a="http://schemas.openxmlformats.org/drawingml/2006/main">
              <a:ext uri="{FF2B5EF4-FFF2-40B4-BE49-F238E27FC236}">
                <a16:creationId xmlns:a16="http://schemas.microsoft.com/office/drawing/2014/main" id="{13912B5B-4229-48A2-B07F-CFA78430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76900"/>
            <a:ext cx="3295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58F"/>
                </a:solidFill>
              </a:defRPr>
            </a:pPr>
            <a:r>
              <a:rPr sz="1275">
                <a:solidFill>
                  <a:srgbClr val="60758F"/>
                </a:solidFill>
              </a:rPr>
              <a:t>загрузка и корпус</a:t>
            </a:r>
          </a:p>
        </p:txBody>
      </p:sp>
      <p:sp>
        <p:nvSpPr>
          <p:cNvPr id="9" name="text-12">
            <a:extLst xmlns:a="http://schemas.openxmlformats.org/drawingml/2006/main">
              <a:ext uri="{FF2B5EF4-FFF2-40B4-BE49-F238E27FC236}">
                <a16:creationId xmlns:a16="http://schemas.microsoft.com/office/drawing/2014/main" id="{D7610384-FAFC-4282-A3B5-ED78382F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8160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6B6F"/>
                </a:solidFill>
              </a:defRPr>
            </a:pPr>
            <a:r>
              <a:rPr sz="1950" b="1">
                <a:solidFill>
                  <a:srgbClr val="0B6B6F"/>
                </a:solidFill>
              </a:rPr>
              <a:t>-&gt;</a:t>
            </a:r>
          </a:p>
        </p:txBody>
      </p:sp>
      <p:sp>
        <p:nvSpPr>
          <p:cNvPr id="10" name="flow-node-13">
            <a:extLst xmlns:a="http://schemas.openxmlformats.org/drawingml/2006/main">
              <a:ext uri="{FF2B5EF4-FFF2-40B4-BE49-F238E27FC236}">
                <a16:creationId xmlns:a16="http://schemas.microsoft.com/office/drawing/2014/main" id="{EF6A61FF-61BB-4A1F-AD07-603D0FD9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263" y="5177790"/>
            <a:ext cx="3681413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text-15">
            <a:extLst xmlns:a="http://schemas.openxmlformats.org/drawingml/2006/main">
              <a:ext uri="{FF2B5EF4-FFF2-40B4-BE49-F238E27FC236}">
                <a16:creationId xmlns:a16="http://schemas.microsoft.com/office/drawing/2014/main" id="{05ED1998-35CF-4E9D-BDBD-50EEA992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53050"/>
            <a:ext cx="3295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7D67"/>
                </a:solidFill>
              </a:defRPr>
            </a:pPr>
            <a:r>
              <a:rPr sz="1650" b="1">
                <a:solidFill>
                  <a:srgbClr val="2E7D67"/>
                </a:solidFill>
              </a:rPr>
              <a:t>Проверка</a:t>
            </a:r>
          </a:p>
        </p:txBody>
      </p:sp>
      <p:sp>
        <p:nvSpPr>
          <p:cNvPr id="12" name="text-16">
            <a:extLst xmlns:a="http://schemas.openxmlformats.org/drawingml/2006/main">
              <a:ext uri="{FF2B5EF4-FFF2-40B4-BE49-F238E27FC236}">
                <a16:creationId xmlns:a16="http://schemas.microsoft.com/office/drawing/2014/main" id="{DA9782B0-34E8-401D-8D59-4D7935D5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76900"/>
            <a:ext cx="3295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58F"/>
                </a:solidFill>
              </a:defRPr>
            </a:pPr>
            <a:r>
              <a:rPr sz="1275">
                <a:solidFill>
                  <a:srgbClr val="60758F"/>
                </a:solidFill>
              </a:rPr>
              <a:t>вопросы и источники</a:t>
            </a:r>
          </a:p>
        </p:txBody>
      </p:sp>
      <p:sp>
        <p:nvSpPr>
          <p:cNvPr id="13" name="text-17">
            <a:extLst xmlns:a="http://schemas.openxmlformats.org/drawingml/2006/main">
              <a:ext uri="{FF2B5EF4-FFF2-40B4-BE49-F238E27FC236}">
                <a16:creationId xmlns:a16="http://schemas.microsoft.com/office/drawing/2014/main" id="{CB5B811D-CE39-431D-996B-3AC80D03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8160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6B6F"/>
                </a:solidFill>
              </a:defRPr>
            </a:pPr>
            <a:r>
              <a:rPr sz="1950" b="1">
                <a:solidFill>
                  <a:srgbClr val="0B6B6F"/>
                </a:solidFill>
              </a:rPr>
              <a:t>-&gt;</a:t>
            </a:r>
          </a:p>
        </p:txBody>
      </p:sp>
      <p:sp>
        <p:nvSpPr>
          <p:cNvPr id="14" name="flow-node-18">
            <a:extLst xmlns:a="http://schemas.openxmlformats.org/drawingml/2006/main">
              <a:ext uri="{FF2B5EF4-FFF2-40B4-BE49-F238E27FC236}">
                <a16:creationId xmlns:a16="http://schemas.microsoft.com/office/drawing/2014/main" id="{476C05B1-C98E-43BA-9CAA-51FC158A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177790"/>
            <a:ext cx="3681413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text-20">
            <a:extLst xmlns:a="http://schemas.openxmlformats.org/drawingml/2006/main">
              <a:ext uri="{FF2B5EF4-FFF2-40B4-BE49-F238E27FC236}">
                <a16:creationId xmlns:a16="http://schemas.microsoft.com/office/drawing/2014/main" id="{DC1301CB-EDFB-4A42-86D1-4FE7DF85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353050"/>
            <a:ext cx="3295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26A8C"/>
                </a:solidFill>
              </a:defRPr>
            </a:pPr>
            <a:r>
              <a:rPr sz="1650" b="1">
                <a:solidFill>
                  <a:srgbClr val="426A8C"/>
                </a:solidFill>
              </a:rPr>
              <a:t>Контент</a:t>
            </a:r>
          </a:p>
        </p:txBody>
      </p:sp>
      <p:sp>
        <p:nvSpPr>
          <p:cNvPr id="16" name="text-21">
            <a:extLst xmlns:a="http://schemas.openxmlformats.org/drawingml/2006/main">
              <a:ext uri="{FF2B5EF4-FFF2-40B4-BE49-F238E27FC236}">
                <a16:creationId xmlns:a16="http://schemas.microsoft.com/office/drawing/2014/main" id="{1C593E72-D303-44EF-B596-12E44DB3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676900"/>
            <a:ext cx="3295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58F"/>
                </a:solidFill>
              </a:defRPr>
            </a:pPr>
            <a:r>
              <a:rPr sz="1275">
                <a:solidFill>
                  <a:srgbClr val="60758F"/>
                </a:solidFill>
              </a:rPr>
              <a:t>статьи и блог</a:t>
            </a:r>
          </a:p>
        </p:txBody>
      </p:sp>
      <p:sp>
        <p:nvSpPr>
          <p:cNvPr id="17" name="text-22">
            <a:extLst xmlns:a="http://schemas.openxmlformats.org/drawingml/2006/main">
              <a:ext uri="{FF2B5EF4-FFF2-40B4-BE49-F238E27FC236}">
                <a16:creationId xmlns:a16="http://schemas.microsoft.com/office/drawing/2014/main" id="{72257D89-881A-4AC7-BF49-2BC18CC5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518160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6B6F"/>
                </a:solidFill>
              </a:defRPr>
            </a:pPr>
            <a:r>
              <a:rPr sz="1950" b="1">
                <a:solidFill>
                  <a:srgbClr val="0B6B6F"/>
                </a:solidFill>
              </a:rPr>
              <a:t>-&gt;</a:t>
            </a:r>
          </a:p>
        </p:txBody>
      </p:sp>
      <p:sp>
        <p:nvSpPr>
          <p:cNvPr id="18" name="flow-node-23">
            <a:extLst xmlns:a="http://schemas.openxmlformats.org/drawingml/2006/main">
              <a:ext uri="{FF2B5EF4-FFF2-40B4-BE49-F238E27FC236}">
                <a16:creationId xmlns:a16="http://schemas.microsoft.com/office/drawing/2014/main" id="{4265E4D6-7827-47BD-9BD9-BE02689F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8388" y="5177790"/>
            <a:ext cx="3681413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text-25">
            <a:extLst xmlns:a="http://schemas.openxmlformats.org/drawingml/2006/main">
              <a:ext uri="{FF2B5EF4-FFF2-40B4-BE49-F238E27FC236}">
                <a16:creationId xmlns:a16="http://schemas.microsoft.com/office/drawing/2014/main" id="{5761E37C-4772-4A1C-89C4-0B481373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5353050"/>
            <a:ext cx="3295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8223"/>
                </a:solidFill>
              </a:defRPr>
            </a:pPr>
            <a:r>
              <a:rPr sz="1650" b="1">
                <a:solidFill>
                  <a:srgbClr val="C78223"/>
                </a:solidFill>
              </a:rPr>
              <a:t>Переходы</a:t>
            </a:r>
          </a:p>
        </p:txBody>
      </p:sp>
      <p:sp>
        <p:nvSpPr>
          <p:cNvPr id="20" name="text-26">
            <a:extLst xmlns:a="http://schemas.openxmlformats.org/drawingml/2006/main">
              <a:ext uri="{FF2B5EF4-FFF2-40B4-BE49-F238E27FC236}">
                <a16:creationId xmlns:a16="http://schemas.microsoft.com/office/drawing/2014/main" id="{E327BBB2-202C-43DD-B8A3-6E070B3A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5676900"/>
            <a:ext cx="3295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58F"/>
                </a:solidFill>
              </a:defRPr>
            </a:pPr>
            <a:r>
              <a:rPr sz="1275">
                <a:solidFill>
                  <a:srgbClr val="60758F"/>
                </a:solidFill>
              </a:rPr>
              <a:t>сайты и ссылки</a:t>
            </a:r>
          </a:p>
        </p:txBody>
      </p:sp>
      <p:sp>
        <p:nvSpPr>
          <p:cNvPr id="21" name="text-28">
            <a:extLst xmlns:a="http://schemas.openxmlformats.org/drawingml/2006/main">
              <a:ext uri="{FF2B5EF4-FFF2-40B4-BE49-F238E27FC236}">
                <a16:creationId xmlns:a16="http://schemas.microsoft.com/office/drawing/2014/main" id="{FC441A04-3CCB-4999-8CAC-5E5EAD64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24650"/>
            <a:ext cx="1661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FC8CE"/>
                </a:solidFill>
              </a:defRPr>
            </a:pPr>
            <a:r>
              <a:rPr sz="1500">
                <a:solidFill>
                  <a:srgbClr val="AFC8CE"/>
                </a:solidFill>
              </a:rPr>
              <a:t>Продуктовая презентация: что умеет система и как части связаны между собой.</a:t>
            </a:r>
          </a:p>
        </p:txBody>
      </p:sp>
    </p:spTree>
    <p:extLst>
      <p:ext uri="{BB962C8B-B14F-4D97-AF65-F5344CB8AC3E}">
        <p14:creationId xmlns:p14="http://schemas.microsoft.com/office/powerpoint/2010/main" val="1274889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56">
            <a:extLst xmlns:a="http://schemas.openxmlformats.org/drawingml/2006/main">
              <a:ext uri="{FF2B5EF4-FFF2-40B4-BE49-F238E27FC236}">
                <a16:creationId xmlns:a16="http://schemas.microsoft.com/office/drawing/2014/main" id="{DB2F0367-1019-4448-8711-D064822A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</p:spPr>
      </p:sp>
      <p:sp>
        <p:nvSpPr>
          <p:cNvPr id="2" name="accent-strip-57">
            <a:extLst xmlns:a="http://schemas.openxmlformats.org/drawingml/2006/main">
              <a:ext uri="{FF2B5EF4-FFF2-40B4-BE49-F238E27FC236}">
                <a16:creationId xmlns:a16="http://schemas.microsoft.com/office/drawing/2014/main" id="{BBAB653F-0A7D-4F55-A2C4-0A83DB9D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3" name="text-60">
            <a:extLst xmlns:a="http://schemas.openxmlformats.org/drawingml/2006/main">
              <a:ext uri="{FF2B5EF4-FFF2-40B4-BE49-F238E27FC236}">
                <a16:creationId xmlns:a16="http://schemas.microsoft.com/office/drawing/2014/main" id="{87B15408-5556-4D02-BD93-2FD668CE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6B6F"/>
                </a:solidFill>
              </a:defRPr>
            </a:pPr>
            <a:r>
              <a:rPr sz="1200" b="1">
                <a:solidFill>
                  <a:srgbClr val="0B6B6F"/>
                </a:solidFill>
              </a:rPr>
              <a:t>СМЫСЛ ПРОДУКТА</a:t>
            </a:r>
          </a:p>
        </p:txBody>
      </p:sp>
      <p:sp>
        <p:nvSpPr>
          <p:cNvPr id="4" name="text-61">
            <a:extLst xmlns:a="http://schemas.openxmlformats.org/drawingml/2006/main">
              <a:ext uri="{FF2B5EF4-FFF2-40B4-BE49-F238E27FC236}">
                <a16:creationId xmlns:a16="http://schemas.microsoft.com/office/drawing/2014/main" id="{6BE93C9F-F384-4161-80DE-36416D8B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16649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202F"/>
                </a:solidFill>
              </a:defRPr>
            </a:pPr>
            <a:r>
              <a:rPr sz="4200" b="1">
                <a:solidFill>
                  <a:srgbClr val="16202F"/>
                </a:solidFill>
              </a:rPr>
              <a:t>Зачем это сделано</a:t>
            </a:r>
          </a:p>
        </p:txBody>
      </p:sp>
      <p:sp>
        <p:nvSpPr>
          <p:cNvPr id="5" name="text-62">
            <a:extLst xmlns:a="http://schemas.openxmlformats.org/drawingml/2006/main">
              <a:ext uri="{FF2B5EF4-FFF2-40B4-BE49-F238E27FC236}">
                <a16:creationId xmlns:a16="http://schemas.microsoft.com/office/drawing/2014/main" id="{5014B179-14A4-44D7-9790-0FEDEB47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9677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0758F"/>
                </a:solidFill>
              </a:defRPr>
            </a:pPr>
            <a:r>
              <a:rPr sz="1950">
                <a:solidFill>
                  <a:srgbClr val="60758F"/>
                </a:solidFill>
              </a:rPr>
              <a:t>Система соединяет редакционную CMS и AI-проверку документов в один рабочий процесс.</a:t>
            </a:r>
          </a:p>
        </p:txBody>
      </p:sp>
      <p:sp>
        <p:nvSpPr>
          <p:cNvPr id="6" name="product-panel-31">
            <a:extLst xmlns:a="http://schemas.openxmlformats.org/drawingml/2006/main">
              <a:ext uri="{FF2B5EF4-FFF2-40B4-BE49-F238E27FC236}">
                <a16:creationId xmlns:a16="http://schemas.microsoft.com/office/drawing/2014/main" id="{37ECF432-B17B-438C-B618-CAFFDB81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9820"/>
            <a:ext cx="5435600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panel-mark-34">
            <a:extLst xmlns:a="http://schemas.openxmlformats.org/drawingml/2006/main">
              <a:ext uri="{FF2B5EF4-FFF2-40B4-BE49-F238E27FC236}">
                <a16:creationId xmlns:a16="http://schemas.microsoft.com/office/drawing/2014/main" id="{B9DBBCC7-48CE-406E-AE99-0347DCAD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8" name="text-35">
            <a:extLst xmlns:a="http://schemas.openxmlformats.org/drawingml/2006/main">
              <a:ext uri="{FF2B5EF4-FFF2-40B4-BE49-F238E27FC236}">
                <a16:creationId xmlns:a16="http://schemas.microsoft.com/office/drawing/2014/main" id="{9DE16332-F360-4BE7-A62B-0ABF891B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7175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Для редактора</a:t>
            </a:r>
          </a:p>
        </p:txBody>
      </p:sp>
      <p:sp>
        <p:nvSpPr>
          <p:cNvPr id="9" name="text-36">
            <a:extLst xmlns:a="http://schemas.openxmlformats.org/drawingml/2006/main">
              <a:ext uri="{FF2B5EF4-FFF2-40B4-BE49-F238E27FC236}">
                <a16:creationId xmlns:a16="http://schemas.microsoft.com/office/drawing/2014/main" id="{C50C6BCC-811C-44E4-9FFD-35D45493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Структурировать статьи, блог, SEO, медиа и связи между материалами.</a:t>
            </a:r>
          </a:p>
        </p:txBody>
      </p:sp>
      <p:sp>
        <p:nvSpPr>
          <p:cNvPr id="10" name="product-panel-37">
            <a:extLst xmlns:a="http://schemas.openxmlformats.org/drawingml/2006/main">
              <a:ext uri="{FF2B5EF4-FFF2-40B4-BE49-F238E27FC236}">
                <a16:creationId xmlns:a16="http://schemas.microsoft.com/office/drawing/2014/main" id="{93352A71-8C7B-4937-AEED-79F2DF5B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369820"/>
            <a:ext cx="5435600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panel-mark-40">
            <a:extLst xmlns:a="http://schemas.openxmlformats.org/drawingml/2006/main">
              <a:ext uri="{FF2B5EF4-FFF2-40B4-BE49-F238E27FC236}">
                <a16:creationId xmlns:a16="http://schemas.microsoft.com/office/drawing/2014/main" id="{AE815B0A-F62D-4B15-B0E9-B95B02B4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12" name="text-41">
            <a:extLst xmlns:a="http://schemas.openxmlformats.org/drawingml/2006/main">
              <a:ext uri="{FF2B5EF4-FFF2-40B4-BE49-F238E27FC236}">
                <a16:creationId xmlns:a16="http://schemas.microsoft.com/office/drawing/2014/main" id="{7FA152ED-0381-486E-99AD-70B758ED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Для тестировщика</a:t>
            </a:r>
          </a:p>
        </p:txBody>
      </p:sp>
      <p:sp>
        <p:nvSpPr>
          <p:cNvPr id="13" name="text-42">
            <a:extLst xmlns:a="http://schemas.openxmlformats.org/drawingml/2006/main">
              <a:ext uri="{FF2B5EF4-FFF2-40B4-BE49-F238E27FC236}">
                <a16:creationId xmlns:a16="http://schemas.microsoft.com/office/drawing/2014/main" id="{01C32418-1CAE-4668-B1F8-3125DDDE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718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Проверять ответы AI по документам, видеть источники и сохранять результат.</a:t>
            </a:r>
          </a:p>
        </p:txBody>
      </p:sp>
      <p:sp>
        <p:nvSpPr>
          <p:cNvPr id="14" name="product-panel-43">
            <a:extLst xmlns:a="http://schemas.openxmlformats.org/drawingml/2006/main">
              <a:ext uri="{FF2B5EF4-FFF2-40B4-BE49-F238E27FC236}">
                <a16:creationId xmlns:a16="http://schemas.microsoft.com/office/drawing/2014/main" id="{231C4FFD-BB60-403B-8078-15BE7978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3250" y="2369820"/>
            <a:ext cx="5435600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panel-mark-46">
            <a:extLst xmlns:a="http://schemas.openxmlformats.org/drawingml/2006/main">
              <a:ext uri="{FF2B5EF4-FFF2-40B4-BE49-F238E27FC236}">
                <a16:creationId xmlns:a16="http://schemas.microsoft.com/office/drawing/2014/main" id="{83B4839A-C25C-4321-93D3-FD702B3A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5908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3"/>
          </a:solidFill>
        </p:spPr>
      </p:sp>
      <p:sp>
        <p:nvSpPr>
          <p:cNvPr id="16" name="text-47">
            <a:extLst xmlns:a="http://schemas.openxmlformats.org/drawingml/2006/main">
              <a:ext uri="{FF2B5EF4-FFF2-40B4-BE49-F238E27FC236}">
                <a16:creationId xmlns:a16="http://schemas.microsoft.com/office/drawing/2014/main" id="{76C1395C-AA8A-460C-A0C9-CEF82F01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57175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Для контент-лида</a:t>
            </a:r>
          </a:p>
        </p:txBody>
      </p:sp>
      <p:sp>
        <p:nvSpPr>
          <p:cNvPr id="17" name="text-48">
            <a:extLst xmlns:a="http://schemas.openxmlformats.org/drawingml/2006/main">
              <a:ext uri="{FF2B5EF4-FFF2-40B4-BE49-F238E27FC236}">
                <a16:creationId xmlns:a16="http://schemas.microsoft.com/office/drawing/2014/main" id="{841E30EE-2ED9-4A52-88F1-1ECEB316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9718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Управлять шаблонами, правилами линковки и готовностью публикаций.</a:t>
            </a:r>
          </a:p>
        </p:txBody>
      </p:sp>
      <p:sp>
        <p:nvSpPr>
          <p:cNvPr id="18" name="product-panel-49">
            <a:extLst xmlns:a="http://schemas.openxmlformats.org/drawingml/2006/main">
              <a:ext uri="{FF2B5EF4-FFF2-40B4-BE49-F238E27FC236}">
                <a16:creationId xmlns:a16="http://schemas.microsoft.com/office/drawing/2014/main" id="{B85EDEBB-F4AD-4964-8BDA-CAB6D3FC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664970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panel-mark-52">
            <a:extLst xmlns:a="http://schemas.openxmlformats.org/drawingml/2006/main">
              <a:ext uri="{FF2B5EF4-FFF2-40B4-BE49-F238E27FC236}">
                <a16:creationId xmlns:a16="http://schemas.microsoft.com/office/drawing/2014/main" id="{0FE7D869-15C7-4466-9F6E-861AC4E3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20" name="text-53">
            <a:extLst xmlns:a="http://schemas.openxmlformats.org/drawingml/2006/main">
              <a:ext uri="{FF2B5EF4-FFF2-40B4-BE49-F238E27FC236}">
                <a16:creationId xmlns:a16="http://schemas.microsoft.com/office/drawing/2014/main" id="{D3F7DAE0-CDC8-43C3-9020-4819418E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76700"/>
            <a:ext cx="15925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Главная идея</a:t>
            </a:r>
          </a:p>
        </p:txBody>
      </p:sp>
      <p:sp>
        <p:nvSpPr>
          <p:cNvPr id="21" name="text-54">
            <a:extLst xmlns:a="http://schemas.openxmlformats.org/drawingml/2006/main">
              <a:ext uri="{FF2B5EF4-FFF2-40B4-BE49-F238E27FC236}">
                <a16:creationId xmlns:a16="http://schemas.microsoft.com/office/drawing/2014/main" id="{001BC43C-4844-43C2-B008-E7F7083C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16116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AI не живет отдельно от CMS: документы, вопросы, шаблоны, статьи, сайты и ссылки собираются в одну карту работы.</a:t>
            </a:r>
          </a:p>
        </p:txBody>
      </p:sp>
      <p:sp>
        <p:nvSpPr>
          <p:cNvPr id="22" name="text-64">
            <a:extLst xmlns:a="http://schemas.openxmlformats.org/drawingml/2006/main">
              <a:ext uri="{FF2B5EF4-FFF2-40B4-BE49-F238E27FC236}">
                <a16:creationId xmlns:a16="http://schemas.microsoft.com/office/drawing/2014/main" id="{79544235-EDE2-4F01-8F22-F763BACC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00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58F"/>
                </a:solidFill>
              </a:defRPr>
            </a:pPr>
            <a:r>
              <a:rPr sz="1050">
                <a:solidFill>
                  <a:srgbClr val="60758F"/>
                </a:solidFill>
              </a:rPr>
              <a:t>CMS AI product overview</a:t>
            </a:r>
          </a:p>
        </p:txBody>
      </p:sp>
      <p:sp>
        <p:nvSpPr>
          <p:cNvPr id="23" name="text-65">
            <a:extLst xmlns:a="http://schemas.openxmlformats.org/drawingml/2006/main">
              <a:ext uri="{FF2B5EF4-FFF2-40B4-BE49-F238E27FC236}">
                <a16:creationId xmlns:a16="http://schemas.microsoft.com/office/drawing/2014/main" id="{EAB43CC1-6B77-45DD-981B-8D9AA2CA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6012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6B6F"/>
                </a:solidFill>
              </a:defRPr>
            </a:pPr>
            <a:r>
              <a:rPr sz="1050" b="1">
                <a:solidFill>
                  <a:srgbClr val="0B6B6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13815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01">
            <a:extLst xmlns:a="http://schemas.openxmlformats.org/drawingml/2006/main">
              <a:ext uri="{FF2B5EF4-FFF2-40B4-BE49-F238E27FC236}">
                <a16:creationId xmlns:a16="http://schemas.microsoft.com/office/drawing/2014/main" id="{52F5B6FE-3041-435E-A5FE-4E4049E1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</p:spPr>
      </p:sp>
      <p:sp>
        <p:nvSpPr>
          <p:cNvPr id="2" name="accent-strip-102">
            <a:extLst xmlns:a="http://schemas.openxmlformats.org/drawingml/2006/main">
              <a:ext uri="{FF2B5EF4-FFF2-40B4-BE49-F238E27FC236}">
                <a16:creationId xmlns:a16="http://schemas.microsoft.com/office/drawing/2014/main" id="{A3FA8C27-319C-448E-82E2-40C9E212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3" name="text-105">
            <a:extLst xmlns:a="http://schemas.openxmlformats.org/drawingml/2006/main">
              <a:ext uri="{FF2B5EF4-FFF2-40B4-BE49-F238E27FC236}">
                <a16:creationId xmlns:a16="http://schemas.microsoft.com/office/drawing/2014/main" id="{D9C4F1BF-28CB-4BB2-97A5-7BCA9A6B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6B6F"/>
                </a:solidFill>
              </a:defRPr>
            </a:pPr>
            <a:r>
              <a:rPr sz="1200" b="1">
                <a:solidFill>
                  <a:srgbClr val="0B6B6F"/>
                </a:solidFill>
              </a:rPr>
              <a:t>ДВЕ СВЯЗАННЫЕ ЧАСТИ</a:t>
            </a:r>
          </a:p>
        </p:txBody>
      </p:sp>
      <p:sp>
        <p:nvSpPr>
          <p:cNvPr id="4" name="text-106">
            <a:extLst xmlns:a="http://schemas.openxmlformats.org/drawingml/2006/main">
              <a:ext uri="{FF2B5EF4-FFF2-40B4-BE49-F238E27FC236}">
                <a16:creationId xmlns:a16="http://schemas.microsoft.com/office/drawing/2014/main" id="{FC8220AE-6E9E-4C4F-9670-05824E89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16649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202F"/>
                </a:solidFill>
              </a:defRPr>
            </a:pPr>
            <a:r>
              <a:rPr sz="4200" b="1">
                <a:solidFill>
                  <a:srgbClr val="16202F"/>
                </a:solidFill>
              </a:rPr>
              <a:t>Admin и AI Workbench работают как единая система</a:t>
            </a:r>
          </a:p>
        </p:txBody>
      </p:sp>
      <p:sp>
        <p:nvSpPr>
          <p:cNvPr id="5" name="text-107">
            <a:extLst xmlns:a="http://schemas.openxmlformats.org/drawingml/2006/main">
              <a:ext uri="{FF2B5EF4-FFF2-40B4-BE49-F238E27FC236}">
                <a16:creationId xmlns:a16="http://schemas.microsoft.com/office/drawing/2014/main" id="{A08F1244-35C0-4EFA-B61C-CCC37714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11010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0758F"/>
                </a:solidFill>
              </a:defRPr>
            </a:pPr>
            <a:r>
              <a:rPr sz="1950">
                <a:solidFill>
                  <a:srgbClr val="60758F"/>
                </a:solidFill>
              </a:rPr>
              <a:t>Админка хранит структуру, правила и результаты. Workbench помогает проверять документы и готовить черновики.</a:t>
            </a:r>
          </a:p>
        </p:txBody>
      </p:sp>
      <p:sp>
        <p:nvSpPr>
          <p:cNvPr id="6" name="flow-node-67">
            <a:extLst xmlns:a="http://schemas.openxmlformats.org/drawingml/2006/main">
              <a:ext uri="{FF2B5EF4-FFF2-40B4-BE49-F238E27FC236}">
                <a16:creationId xmlns:a16="http://schemas.microsoft.com/office/drawing/2014/main" id="{3657EF90-2E74-4A5E-8052-6DD3A1B8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9820"/>
            <a:ext cx="3690938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text-69">
            <a:extLst xmlns:a="http://schemas.openxmlformats.org/drawingml/2006/main">
              <a:ext uri="{FF2B5EF4-FFF2-40B4-BE49-F238E27FC236}">
                <a16:creationId xmlns:a16="http://schemas.microsoft.com/office/drawing/2014/main" id="{C18001DC-71AA-413B-BCCD-EB8985C4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3314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F"/>
                </a:solidFill>
              </a:defRPr>
            </a:pPr>
            <a:r>
              <a:rPr sz="1650" b="1">
                <a:solidFill>
                  <a:srgbClr val="16202F"/>
                </a:solidFill>
              </a:rPr>
              <a:t>Payload Admin</a:t>
            </a:r>
          </a:p>
        </p:txBody>
      </p:sp>
      <p:sp>
        <p:nvSpPr>
          <p:cNvPr id="8" name="text-70">
            <a:extLst xmlns:a="http://schemas.openxmlformats.org/drawingml/2006/main">
              <a:ext uri="{FF2B5EF4-FFF2-40B4-BE49-F238E27FC236}">
                <a16:creationId xmlns:a16="http://schemas.microsoft.com/office/drawing/2014/main" id="{4A7715E7-D6E3-402C-A2E1-9EBCDAA0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331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58F"/>
                </a:solidFill>
              </a:defRPr>
            </a:pPr>
            <a:r>
              <a:rPr sz="1275">
                <a:solidFill>
                  <a:srgbClr val="60758F"/>
                </a:solidFill>
              </a:rPr>
              <a:t>контент, шаблоны, сайты, ссылки, тесты</a:t>
            </a:r>
          </a:p>
        </p:txBody>
      </p:sp>
      <p:sp>
        <p:nvSpPr>
          <p:cNvPr id="9" name="text-71">
            <a:extLst xmlns:a="http://schemas.openxmlformats.org/drawingml/2006/main">
              <a:ext uri="{FF2B5EF4-FFF2-40B4-BE49-F238E27FC236}">
                <a16:creationId xmlns:a16="http://schemas.microsoft.com/office/drawing/2014/main" id="{22058DF0-C1F1-45EB-B808-29E002A7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6B6F"/>
                </a:solidFill>
              </a:defRPr>
            </a:pPr>
            <a:r>
              <a:rPr sz="1950" b="1">
                <a:solidFill>
                  <a:srgbClr val="0B6B6F"/>
                </a:solidFill>
              </a:rPr>
              <a:t>-&gt;</a:t>
            </a:r>
          </a:p>
        </p:txBody>
      </p:sp>
      <p:sp>
        <p:nvSpPr>
          <p:cNvPr id="10" name="flow-node-72">
            <a:extLst xmlns:a="http://schemas.openxmlformats.org/drawingml/2006/main">
              <a:ext uri="{FF2B5EF4-FFF2-40B4-BE49-F238E27FC236}">
                <a16:creationId xmlns:a16="http://schemas.microsoft.com/office/drawing/2014/main" id="{748E19AA-2A05-49FE-9D35-7D5A390D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738" y="2369820"/>
            <a:ext cx="3690938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text-74">
            <a:extLst xmlns:a="http://schemas.openxmlformats.org/drawingml/2006/main">
              <a:ext uri="{FF2B5EF4-FFF2-40B4-BE49-F238E27FC236}">
                <a16:creationId xmlns:a16="http://schemas.microsoft.com/office/drawing/2014/main" id="{3BABF1DC-AC83-4847-8BD7-C27F6ACE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33650"/>
            <a:ext cx="3314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F"/>
                </a:solidFill>
              </a:defRPr>
            </a:pPr>
            <a:r>
              <a:rPr sz="1650" b="1">
                <a:solidFill>
                  <a:srgbClr val="16202F"/>
                </a:solidFill>
              </a:rPr>
              <a:t>Media + Docs</a:t>
            </a:r>
          </a:p>
        </p:txBody>
      </p:sp>
      <p:sp>
        <p:nvSpPr>
          <p:cNvPr id="12" name="text-75">
            <a:extLst xmlns:a="http://schemas.openxmlformats.org/drawingml/2006/main">
              <a:ext uri="{FF2B5EF4-FFF2-40B4-BE49-F238E27FC236}">
                <a16:creationId xmlns:a16="http://schemas.microsoft.com/office/drawing/2014/main" id="{65D5E705-F5FF-4D09-90CF-72488767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76550"/>
            <a:ext cx="331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58F"/>
                </a:solidFill>
              </a:defRPr>
            </a:pPr>
            <a:r>
              <a:rPr sz="1275">
                <a:solidFill>
                  <a:srgbClr val="60758F"/>
                </a:solidFill>
              </a:rPr>
              <a:t>файлы для проверки и источники RAG</a:t>
            </a:r>
          </a:p>
        </p:txBody>
      </p:sp>
      <p:sp>
        <p:nvSpPr>
          <p:cNvPr id="13" name="text-76">
            <a:extLst xmlns:a="http://schemas.openxmlformats.org/drawingml/2006/main">
              <a:ext uri="{FF2B5EF4-FFF2-40B4-BE49-F238E27FC236}">
                <a16:creationId xmlns:a16="http://schemas.microsoft.com/office/drawing/2014/main" id="{3DFCB0AC-6DE7-46AC-99D7-2E764F43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6B6F"/>
                </a:solidFill>
              </a:defRPr>
            </a:pPr>
            <a:r>
              <a:rPr sz="1950" b="1">
                <a:solidFill>
                  <a:srgbClr val="0B6B6F"/>
                </a:solidFill>
              </a:rPr>
              <a:t>-&gt;</a:t>
            </a:r>
          </a:p>
        </p:txBody>
      </p:sp>
      <p:sp>
        <p:nvSpPr>
          <p:cNvPr id="14" name="flow-node-77">
            <a:extLst xmlns:a="http://schemas.openxmlformats.org/drawingml/2006/main">
              <a:ext uri="{FF2B5EF4-FFF2-40B4-BE49-F238E27FC236}">
                <a16:creationId xmlns:a16="http://schemas.microsoft.com/office/drawing/2014/main" id="{D27EB9EB-4867-459B-900E-297FF84E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69820"/>
            <a:ext cx="3690938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text-79">
            <a:extLst xmlns:a="http://schemas.openxmlformats.org/drawingml/2006/main">
              <a:ext uri="{FF2B5EF4-FFF2-40B4-BE49-F238E27FC236}">
                <a16:creationId xmlns:a16="http://schemas.microsoft.com/office/drawing/2014/main" id="{9B07EDE6-3C69-4816-B4C7-3E1CBCE9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33650"/>
            <a:ext cx="3314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F"/>
                </a:solidFill>
              </a:defRPr>
            </a:pPr>
            <a:r>
              <a:rPr sz="1650" b="1">
                <a:solidFill>
                  <a:srgbClr val="16202F"/>
                </a:solidFill>
              </a:rPr>
              <a:t>AI Workbench</a:t>
            </a:r>
          </a:p>
        </p:txBody>
      </p:sp>
      <p:sp>
        <p:nvSpPr>
          <p:cNvPr id="16" name="text-80">
            <a:extLst xmlns:a="http://schemas.openxmlformats.org/drawingml/2006/main">
              <a:ext uri="{FF2B5EF4-FFF2-40B4-BE49-F238E27FC236}">
                <a16:creationId xmlns:a16="http://schemas.microsoft.com/office/drawing/2014/main" id="{6EA23257-C715-415A-95D2-931EFBCF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76550"/>
            <a:ext cx="331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58F"/>
                </a:solidFill>
              </a:defRPr>
            </a:pPr>
            <a:r>
              <a:rPr sz="1275">
                <a:solidFill>
                  <a:srgbClr val="60758F"/>
                </a:solidFill>
              </a:rPr>
              <a:t>вопросы, корпус, генерация, обзор</a:t>
            </a:r>
          </a:p>
        </p:txBody>
      </p:sp>
      <p:sp>
        <p:nvSpPr>
          <p:cNvPr id="17" name="text-81">
            <a:extLst xmlns:a="http://schemas.openxmlformats.org/drawingml/2006/main">
              <a:ext uri="{FF2B5EF4-FFF2-40B4-BE49-F238E27FC236}">
                <a16:creationId xmlns:a16="http://schemas.microsoft.com/office/drawing/2014/main" id="{1BFE0506-C649-4B00-95DB-DAE5F2B2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36220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6B6F"/>
                </a:solidFill>
              </a:defRPr>
            </a:pPr>
            <a:r>
              <a:rPr sz="1950" b="1">
                <a:solidFill>
                  <a:srgbClr val="0B6B6F"/>
                </a:solidFill>
              </a:rPr>
              <a:t>-&gt;</a:t>
            </a:r>
          </a:p>
        </p:txBody>
      </p:sp>
      <p:sp>
        <p:nvSpPr>
          <p:cNvPr id="18" name="flow-node-82">
            <a:extLst xmlns:a="http://schemas.openxmlformats.org/drawingml/2006/main">
              <a:ext uri="{FF2B5EF4-FFF2-40B4-BE49-F238E27FC236}">
                <a16:creationId xmlns:a16="http://schemas.microsoft.com/office/drawing/2014/main" id="{C6BB3A53-5B2B-4A8F-B4D5-F619CBEC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7913" y="2369820"/>
            <a:ext cx="3690938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text-84">
            <a:extLst xmlns:a="http://schemas.openxmlformats.org/drawingml/2006/main">
              <a:ext uri="{FF2B5EF4-FFF2-40B4-BE49-F238E27FC236}">
                <a16:creationId xmlns:a16="http://schemas.microsoft.com/office/drawing/2014/main" id="{6720C7A3-0B33-4A75-9CC8-F051B44F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533650"/>
            <a:ext cx="3314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F"/>
                </a:solidFill>
              </a:defRPr>
            </a:pPr>
            <a:r>
              <a:rPr sz="1650" b="1">
                <a:solidFill>
                  <a:srgbClr val="16202F"/>
                </a:solidFill>
              </a:rPr>
              <a:t>Test Runs</a:t>
            </a:r>
          </a:p>
        </p:txBody>
      </p:sp>
      <p:sp>
        <p:nvSpPr>
          <p:cNvPr id="20" name="text-85">
            <a:extLst xmlns:a="http://schemas.openxmlformats.org/drawingml/2006/main">
              <a:ext uri="{FF2B5EF4-FFF2-40B4-BE49-F238E27FC236}">
                <a16:creationId xmlns:a16="http://schemas.microsoft.com/office/drawing/2014/main" id="{571A3B53-F94F-4189-8364-D3A330C1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876550"/>
            <a:ext cx="331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58F"/>
                </a:solidFill>
              </a:defRPr>
            </a:pPr>
            <a:r>
              <a:rPr sz="1275">
                <a:solidFill>
                  <a:srgbClr val="60758F"/>
                </a:solidFill>
              </a:rPr>
              <a:t>сохраненные проверки и решения</a:t>
            </a:r>
          </a:p>
        </p:txBody>
      </p:sp>
      <p:sp>
        <p:nvSpPr>
          <p:cNvPr id="21" name="product-panel-88">
            <a:extLst xmlns:a="http://schemas.openxmlformats.org/drawingml/2006/main">
              <a:ext uri="{FF2B5EF4-FFF2-40B4-BE49-F238E27FC236}">
                <a16:creationId xmlns:a16="http://schemas.microsoft.com/office/drawing/2014/main" id="{79BBCFAC-FBFD-44E5-9C50-EAA4CB4D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36670"/>
            <a:ext cx="8239125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panel-mark-91">
            <a:extLst xmlns:a="http://schemas.openxmlformats.org/drawingml/2006/main">
              <a:ext uri="{FF2B5EF4-FFF2-40B4-BE49-F238E27FC236}">
                <a16:creationId xmlns:a16="http://schemas.microsoft.com/office/drawing/2014/main" id="{7FB2485F-D426-4B97-B96E-3CB18434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23" name="text-92">
            <a:extLst xmlns:a="http://schemas.openxmlformats.org/drawingml/2006/main">
              <a:ext uri="{FF2B5EF4-FFF2-40B4-BE49-F238E27FC236}">
                <a16:creationId xmlns:a16="http://schemas.microsoft.com/office/drawing/2014/main" id="{61741C3E-8D3B-4153-B03B-4CFA6478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38600"/>
            <a:ext cx="7524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Из AI в Admin</a:t>
            </a:r>
          </a:p>
        </p:txBody>
      </p:sp>
      <p:sp>
        <p:nvSpPr>
          <p:cNvPr id="24" name="text-93">
            <a:extLst xmlns:a="http://schemas.openxmlformats.org/drawingml/2006/main">
              <a:ext uri="{FF2B5EF4-FFF2-40B4-BE49-F238E27FC236}">
                <a16:creationId xmlns:a16="http://schemas.microsoft.com/office/drawing/2014/main" id="{213E3066-2976-4ACF-9403-9B8D9A0B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7715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Кнопка Open Payload Admin и вкладка Admin ведут к коллекциям, где сохраняется управляемая часть работы.</a:t>
            </a:r>
          </a:p>
        </p:txBody>
      </p:sp>
      <p:sp>
        <p:nvSpPr>
          <p:cNvPr id="25" name="product-panel-94">
            <a:extLst xmlns:a="http://schemas.openxmlformats.org/drawingml/2006/main">
              <a:ext uri="{FF2B5EF4-FFF2-40B4-BE49-F238E27FC236}">
                <a16:creationId xmlns:a16="http://schemas.microsoft.com/office/drawing/2014/main" id="{34694604-FB50-4FBC-AA1D-F6546A1B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36670"/>
            <a:ext cx="8239125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panel-mark-97">
            <a:extLst xmlns:a="http://schemas.openxmlformats.org/drawingml/2006/main">
              <a:ext uri="{FF2B5EF4-FFF2-40B4-BE49-F238E27FC236}">
                <a16:creationId xmlns:a16="http://schemas.microsoft.com/office/drawing/2014/main" id="{792F8F13-B4E4-4C38-A627-1838A9B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386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27" name="text-98">
            <a:extLst xmlns:a="http://schemas.openxmlformats.org/drawingml/2006/main">
              <a:ext uri="{FF2B5EF4-FFF2-40B4-BE49-F238E27FC236}">
                <a16:creationId xmlns:a16="http://schemas.microsoft.com/office/drawing/2014/main" id="{0B3A647D-468C-4C5F-BEF0-8A4C1EFF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38600"/>
            <a:ext cx="7524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Из Admin в AI</a:t>
            </a:r>
          </a:p>
        </p:txBody>
      </p:sp>
      <p:sp>
        <p:nvSpPr>
          <p:cNvPr id="28" name="text-99">
            <a:extLst xmlns:a="http://schemas.openxmlformats.org/drawingml/2006/main">
              <a:ext uri="{FF2B5EF4-FFF2-40B4-BE49-F238E27FC236}">
                <a16:creationId xmlns:a16="http://schemas.microsoft.com/office/drawing/2014/main" id="{586B109D-9BDA-48E4-AAF2-9D053258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38650"/>
            <a:ext cx="7715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Dashboard содержит Open AI Workbench и Upload RAG documents, поэтому путь работает в обе стороны.</a:t>
            </a:r>
          </a:p>
        </p:txBody>
      </p:sp>
      <p:sp>
        <p:nvSpPr>
          <p:cNvPr id="29" name="text-109">
            <a:extLst xmlns:a="http://schemas.openxmlformats.org/drawingml/2006/main">
              <a:ext uri="{FF2B5EF4-FFF2-40B4-BE49-F238E27FC236}">
                <a16:creationId xmlns:a16="http://schemas.microsoft.com/office/drawing/2014/main" id="{D1FC250C-F1AD-4F4D-8EC5-3D031ED7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00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58F"/>
                </a:solidFill>
              </a:defRPr>
            </a:pPr>
            <a:r>
              <a:rPr sz="1050">
                <a:solidFill>
                  <a:srgbClr val="60758F"/>
                </a:solidFill>
              </a:rPr>
              <a:t>CMS AI product overview</a:t>
            </a:r>
          </a:p>
        </p:txBody>
      </p:sp>
      <p:sp>
        <p:nvSpPr>
          <p:cNvPr id="30" name="text-110">
            <a:extLst xmlns:a="http://schemas.openxmlformats.org/drawingml/2006/main">
              <a:ext uri="{FF2B5EF4-FFF2-40B4-BE49-F238E27FC236}">
                <a16:creationId xmlns:a16="http://schemas.microsoft.com/office/drawing/2014/main" id="{42032B70-3754-4609-B005-EDD7884B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6012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6B6F"/>
                </a:solidFill>
              </a:defRPr>
            </a:pPr>
            <a:r>
              <a:rPr sz="1050" b="1">
                <a:solidFill>
                  <a:srgbClr val="0B6B6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176944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178">
            <a:extLst xmlns:a="http://schemas.openxmlformats.org/drawingml/2006/main">
              <a:ext uri="{FF2B5EF4-FFF2-40B4-BE49-F238E27FC236}">
                <a16:creationId xmlns:a16="http://schemas.microsoft.com/office/drawing/2014/main" id="{7BA4CE00-B8F4-413E-B4BB-5FD860E8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</p:spPr>
      </p:sp>
      <p:sp>
        <p:nvSpPr>
          <p:cNvPr id="2" name="accent-strip-179">
            <a:extLst xmlns:a="http://schemas.openxmlformats.org/drawingml/2006/main">
              <a:ext uri="{FF2B5EF4-FFF2-40B4-BE49-F238E27FC236}">
                <a16:creationId xmlns:a16="http://schemas.microsoft.com/office/drawing/2014/main" id="{72792615-9C32-4706-A88F-09115BBE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3" name="text-182">
            <a:extLst xmlns:a="http://schemas.openxmlformats.org/drawingml/2006/main">
              <a:ext uri="{FF2B5EF4-FFF2-40B4-BE49-F238E27FC236}">
                <a16:creationId xmlns:a16="http://schemas.microsoft.com/office/drawing/2014/main" id="{7CAE3625-8969-4BB5-A2A5-FA94559F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6B6F"/>
                </a:solidFill>
              </a:defRPr>
            </a:pPr>
            <a:r>
              <a:rPr sz="1200" b="1">
                <a:solidFill>
                  <a:srgbClr val="0B6B6F"/>
                </a:solidFill>
              </a:rPr>
              <a:t>ADMIN DASHBOARD</a:t>
            </a:r>
          </a:p>
        </p:txBody>
      </p:sp>
      <p:sp>
        <p:nvSpPr>
          <p:cNvPr id="4" name="text-183">
            <a:extLst xmlns:a="http://schemas.openxmlformats.org/drawingml/2006/main">
              <a:ext uri="{FF2B5EF4-FFF2-40B4-BE49-F238E27FC236}">
                <a16:creationId xmlns:a16="http://schemas.microsoft.com/office/drawing/2014/main" id="{F32E55B8-14D6-46C8-9571-775E433F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16649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202F"/>
                </a:solidFill>
              </a:defRPr>
            </a:pPr>
            <a:r>
              <a:rPr sz="4200" b="1">
                <a:solidFill>
                  <a:srgbClr val="16202F"/>
                </a:solidFill>
              </a:rPr>
              <a:t>Редакционный control room</a:t>
            </a:r>
          </a:p>
        </p:txBody>
      </p:sp>
      <p:sp>
        <p:nvSpPr>
          <p:cNvPr id="5" name="text-184">
            <a:extLst xmlns:a="http://schemas.openxmlformats.org/drawingml/2006/main">
              <a:ext uri="{FF2B5EF4-FFF2-40B4-BE49-F238E27FC236}">
                <a16:creationId xmlns:a16="http://schemas.microsoft.com/office/drawing/2014/main" id="{CCBA15B3-6ABC-45B4-83A5-9241C094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11277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0758F"/>
                </a:solidFill>
              </a:defRPr>
            </a:pPr>
            <a:r>
              <a:rPr sz="1950">
                <a:solidFill>
                  <a:srgbClr val="60758F"/>
                </a:solidFill>
              </a:rPr>
              <a:t>Первый экран админки показывает ключевые зоны продукта и быстрые переходы к AI и RAG-документам.</a:t>
            </a:r>
          </a:p>
        </p:txBody>
      </p:sp>
      <p:sp>
        <p:nvSpPr>
          <p:cNvPr id="6" name="bullet-dot-115">
            <a:extLst xmlns:a="http://schemas.openxmlformats.org/drawingml/2006/main">
              <a:ext uri="{FF2B5EF4-FFF2-40B4-BE49-F238E27FC236}">
                <a16:creationId xmlns:a16="http://schemas.microsoft.com/office/drawing/2014/main" id="{A70F45D2-A7C9-4BAE-8D9F-3CD735A4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7" name="text-116">
            <a:extLst xmlns:a="http://schemas.openxmlformats.org/drawingml/2006/main">
              <a:ext uri="{FF2B5EF4-FFF2-40B4-BE49-F238E27FC236}">
                <a16:creationId xmlns:a16="http://schemas.microsoft.com/office/drawing/2014/main" id="{109FCCCD-CFD5-4285-8C28-BE740521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662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0"/>
                </a:solidFill>
              </a:defRPr>
            </a:pPr>
            <a:r>
              <a:rPr sz="1800">
                <a:solidFill>
                  <a:srgbClr val="172030"/>
                </a:solidFill>
              </a:rPr>
              <a:t>быстрый вход в AI Workbench;</a:t>
            </a:r>
          </a:p>
        </p:txBody>
      </p:sp>
      <p:sp>
        <p:nvSpPr>
          <p:cNvPr id="8" name="bullet-dot-118">
            <a:extLst xmlns:a="http://schemas.openxmlformats.org/drawingml/2006/main">
              <a:ext uri="{FF2B5EF4-FFF2-40B4-BE49-F238E27FC236}">
                <a16:creationId xmlns:a16="http://schemas.microsoft.com/office/drawing/2014/main" id="{6B2F1D02-9AD7-4818-93F8-EC48D623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9" name="text-119">
            <a:extLst xmlns:a="http://schemas.openxmlformats.org/drawingml/2006/main">
              <a:ext uri="{FF2B5EF4-FFF2-40B4-BE49-F238E27FC236}">
                <a16:creationId xmlns:a16="http://schemas.microsoft.com/office/drawing/2014/main" id="{67BD1A64-7041-4B26-BC09-0CF4955D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662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0"/>
                </a:solidFill>
              </a:defRPr>
            </a:pPr>
            <a:r>
              <a:rPr sz="1800">
                <a:solidFill>
                  <a:srgbClr val="172030"/>
                </a:solidFill>
              </a:rPr>
              <a:t>загрузка документов для RAG через Media;</a:t>
            </a:r>
          </a:p>
        </p:txBody>
      </p:sp>
      <p:sp>
        <p:nvSpPr>
          <p:cNvPr id="10" name="bullet-dot-121">
            <a:extLst xmlns:a="http://schemas.openxmlformats.org/drawingml/2006/main">
              <a:ext uri="{FF2B5EF4-FFF2-40B4-BE49-F238E27FC236}">
                <a16:creationId xmlns:a16="http://schemas.microsoft.com/office/drawing/2014/main" id="{FF45A38F-AD68-4E59-957B-82707A02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11" name="text-122">
            <a:extLst xmlns:a="http://schemas.openxmlformats.org/drawingml/2006/main">
              <a:ext uri="{FF2B5EF4-FFF2-40B4-BE49-F238E27FC236}">
                <a16:creationId xmlns:a16="http://schemas.microsoft.com/office/drawing/2014/main" id="{C5F3E665-2FBB-494F-9C49-F6BA6949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662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0"/>
                </a:solidFill>
              </a:defRPr>
            </a:pPr>
            <a:r>
              <a:rPr sz="1800">
                <a:solidFill>
                  <a:srgbClr val="172030"/>
                </a:solidFill>
              </a:rPr>
              <a:t>переходы к проектам, шаблонам, тестам, блогу и сайтам;</a:t>
            </a:r>
          </a:p>
        </p:txBody>
      </p:sp>
      <p:sp>
        <p:nvSpPr>
          <p:cNvPr id="12" name="bullet-dot-124">
            <a:extLst xmlns:a="http://schemas.openxmlformats.org/drawingml/2006/main">
              <a:ext uri="{FF2B5EF4-FFF2-40B4-BE49-F238E27FC236}">
                <a16:creationId xmlns:a16="http://schemas.microsoft.com/office/drawing/2014/main" id="{F6C9AD08-9AB0-4161-8F8F-DDAF63D8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13" name="text-125">
            <a:extLst xmlns:a="http://schemas.openxmlformats.org/drawingml/2006/main">
              <a:ext uri="{FF2B5EF4-FFF2-40B4-BE49-F238E27FC236}">
                <a16:creationId xmlns:a16="http://schemas.microsoft.com/office/drawing/2014/main" id="{A92BCAB3-C236-4318-9354-9CF4DA15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662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0"/>
                </a:solidFill>
              </a:defRPr>
            </a:pPr>
            <a:r>
              <a:rPr sz="1800">
                <a:solidFill>
                  <a:srgbClr val="172030"/>
                </a:solidFill>
              </a:rPr>
              <a:t>единый визуальный язык между AI и админкой.</a:t>
            </a:r>
          </a:p>
        </p:txBody>
      </p:sp>
      <p:sp>
        <p:nvSpPr>
          <p:cNvPr id="14" name="mock-window-170">
            <a:extLst xmlns:a="http://schemas.openxmlformats.org/drawingml/2006/main">
              <a:ext uri="{FF2B5EF4-FFF2-40B4-BE49-F238E27FC236}">
                <a16:creationId xmlns:a16="http://schemas.microsoft.com/office/drawing/2014/main" id="{B640CBFE-3045-4675-9ECF-2D8EE6E5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710" y="2369820"/>
            <a:ext cx="9502140" cy="5381625"/>
          </a:xfrm>
          <a:prstGeom xmlns:a="http://schemas.openxmlformats.org/drawingml/2006/main" prst="roundRect">
            <a:avLst>
              <a:gd name="adj" fmla="val 141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dot-1-173">
            <a:extLst xmlns:a="http://schemas.openxmlformats.org/drawingml/2006/main">
              <a:ext uri="{FF2B5EF4-FFF2-40B4-BE49-F238E27FC236}">
                <a16:creationId xmlns:a16="http://schemas.microsoft.com/office/drawing/2014/main" id="{4768F3D0-28EA-4E45-AA74-B29F529E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B5D"/>
          </a:solidFill>
        </p:spPr>
      </p:sp>
      <p:sp>
        <p:nvSpPr>
          <p:cNvPr id="16" name="dot-2-174">
            <a:extLst xmlns:a="http://schemas.openxmlformats.org/drawingml/2006/main">
              <a:ext uri="{FF2B5EF4-FFF2-40B4-BE49-F238E27FC236}">
                <a16:creationId xmlns:a16="http://schemas.microsoft.com/office/drawing/2014/main" id="{C3A7D5EA-AE9C-4F81-B33C-F370CF02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84D"/>
          </a:solidFill>
        </p:spPr>
      </p:sp>
      <p:sp>
        <p:nvSpPr>
          <p:cNvPr id="17" name="dot-3-175">
            <a:extLst xmlns:a="http://schemas.openxmlformats.org/drawingml/2006/main">
              <a:ext uri="{FF2B5EF4-FFF2-40B4-BE49-F238E27FC236}">
                <a16:creationId xmlns:a16="http://schemas.microsoft.com/office/drawing/2014/main" id="{1E2A3CAB-5EE1-41DB-ABA7-A3923E34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14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78"/>
          </a:solidFill>
        </p:spPr>
      </p:sp>
      <p:sp>
        <p:nvSpPr>
          <p:cNvPr id="18" name="text-176">
            <a:extLst xmlns:a="http://schemas.openxmlformats.org/drawingml/2006/main">
              <a:ext uri="{FF2B5EF4-FFF2-40B4-BE49-F238E27FC236}">
                <a16:creationId xmlns:a16="http://schemas.microsoft.com/office/drawing/2014/main" id="{BDABC9E5-DCD1-4061-BA51-B1A09DC2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14600"/>
            <a:ext cx="864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202F"/>
                </a:solidFill>
              </a:defRPr>
            </a:pPr>
            <a:r>
              <a:rPr sz="1200" b="1">
                <a:solidFill>
                  <a:srgbClr val="16202F"/>
                </a:solidFill>
              </a:rPr>
              <a:t>Payload Admin / Dashboard</a:t>
            </a:r>
          </a:p>
        </p:txBody>
      </p:sp>
      <p:sp>
        <p:nvSpPr>
          <p:cNvPr id="19" name="admin-hero-128">
            <a:extLst xmlns:a="http://schemas.openxmlformats.org/drawingml/2006/main">
              <a:ext uri="{FF2B5EF4-FFF2-40B4-BE49-F238E27FC236}">
                <a16:creationId xmlns:a16="http://schemas.microsoft.com/office/drawing/2014/main" id="{74BA020F-9FF2-4370-8EAA-C5904A4E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979420"/>
            <a:ext cx="91592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6202F"/>
          </a:solidFill>
        </p:spPr>
      </p:sp>
      <p:sp>
        <p:nvSpPr>
          <p:cNvPr id="20" name="text-130">
            <a:extLst xmlns:a="http://schemas.openxmlformats.org/drawingml/2006/main">
              <a:ext uri="{FF2B5EF4-FFF2-40B4-BE49-F238E27FC236}">
                <a16:creationId xmlns:a16="http://schemas.microsoft.com/office/drawing/2014/main" id="{DB7B204C-7210-41CD-A40C-301D17F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874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Editorial control room</a:t>
            </a:r>
          </a:p>
        </p:txBody>
      </p:sp>
      <p:sp>
        <p:nvSpPr>
          <p:cNvPr id="21" name="text-131">
            <a:extLst xmlns:a="http://schemas.openxmlformats.org/drawingml/2006/main">
              <a:ext uri="{FF2B5EF4-FFF2-40B4-BE49-F238E27FC236}">
                <a16:creationId xmlns:a16="http://schemas.microsoft.com/office/drawing/2014/main" id="{F663DC61-7AE0-4D43-AE38-59008829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8743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6E7E6"/>
                </a:solidFill>
              </a:defRPr>
            </a:pPr>
            <a:r>
              <a:rPr sz="1350">
                <a:solidFill>
                  <a:srgbClr val="D6E7E6"/>
                </a:solidFill>
              </a:rPr>
              <a:t>Open AI Workbench | Upload RAG documents</a:t>
            </a:r>
          </a:p>
        </p:txBody>
      </p:sp>
      <p:sp>
        <p:nvSpPr>
          <p:cNvPr id="22" name="product-panel-133">
            <a:extLst xmlns:a="http://schemas.openxmlformats.org/drawingml/2006/main">
              <a:ext uri="{FF2B5EF4-FFF2-40B4-BE49-F238E27FC236}">
                <a16:creationId xmlns:a16="http://schemas.microsoft.com/office/drawing/2014/main" id="{432C5529-3DBD-4D9E-88DF-4F434738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370070"/>
            <a:ext cx="297688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3" name="panel-mark-136">
            <a:extLst xmlns:a="http://schemas.openxmlformats.org/drawingml/2006/main">
              <a:ext uri="{FF2B5EF4-FFF2-40B4-BE49-F238E27FC236}">
                <a16:creationId xmlns:a16="http://schemas.microsoft.com/office/drawing/2014/main" id="{622B60FF-306E-4F3B-A969-601AAB60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72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24" name="text-137">
            <a:extLst xmlns:a="http://schemas.openxmlformats.org/drawingml/2006/main">
              <a:ext uri="{FF2B5EF4-FFF2-40B4-BE49-F238E27FC236}">
                <a16:creationId xmlns:a16="http://schemas.microsoft.com/office/drawing/2014/main" id="{B1E87ABB-A0FA-425D-BD66-E0F361EF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72000"/>
            <a:ext cx="2247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AI Workbench</a:t>
            </a:r>
          </a:p>
        </p:txBody>
      </p:sp>
      <p:sp>
        <p:nvSpPr>
          <p:cNvPr id="25" name="text-138">
            <a:extLst xmlns:a="http://schemas.openxmlformats.org/drawingml/2006/main">
              <a:ext uri="{FF2B5EF4-FFF2-40B4-BE49-F238E27FC236}">
                <a16:creationId xmlns:a16="http://schemas.microsoft.com/office/drawing/2014/main" id="{151F0156-7424-4D16-B340-67DC1505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72050"/>
            <a:ext cx="243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RAG, генерация, перевод</a:t>
            </a:r>
          </a:p>
        </p:txBody>
      </p:sp>
      <p:sp>
        <p:nvSpPr>
          <p:cNvPr id="26" name="product-panel-139">
            <a:extLst xmlns:a="http://schemas.openxmlformats.org/drawingml/2006/main">
              <a:ext uri="{FF2B5EF4-FFF2-40B4-BE49-F238E27FC236}">
                <a16:creationId xmlns:a16="http://schemas.microsoft.com/office/drawing/2014/main" id="{091F61E3-6523-461C-AEF1-7D462096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340" y="4370070"/>
            <a:ext cx="297688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7" name="panel-mark-142">
            <a:extLst xmlns:a="http://schemas.openxmlformats.org/drawingml/2006/main">
              <a:ext uri="{FF2B5EF4-FFF2-40B4-BE49-F238E27FC236}">
                <a16:creationId xmlns:a16="http://schemas.microsoft.com/office/drawing/2014/main" id="{D0D0CB4B-A5F0-4CA2-990E-ECFE5270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572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28" name="text-143">
            <a:extLst xmlns:a="http://schemas.openxmlformats.org/drawingml/2006/main">
              <a:ext uri="{FF2B5EF4-FFF2-40B4-BE49-F238E27FC236}">
                <a16:creationId xmlns:a16="http://schemas.microsoft.com/office/drawing/2014/main" id="{4240F133-B975-414C-8A3C-BB466F99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4572000"/>
            <a:ext cx="2247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RAG Documents</a:t>
            </a:r>
          </a:p>
        </p:txBody>
      </p:sp>
      <p:sp>
        <p:nvSpPr>
          <p:cNvPr id="29" name="text-144">
            <a:extLst xmlns:a="http://schemas.openxmlformats.org/drawingml/2006/main">
              <a:ext uri="{FF2B5EF4-FFF2-40B4-BE49-F238E27FC236}">
                <a16:creationId xmlns:a16="http://schemas.microsoft.com/office/drawing/2014/main" id="{4DDC51B9-1779-43A5-9CF0-C951EBE6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972050"/>
            <a:ext cx="243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Media uploads</a:t>
            </a:r>
          </a:p>
        </p:txBody>
      </p:sp>
      <p:sp>
        <p:nvSpPr>
          <p:cNvPr id="30" name="product-panel-145">
            <a:extLst xmlns:a="http://schemas.openxmlformats.org/drawingml/2006/main">
              <a:ext uri="{FF2B5EF4-FFF2-40B4-BE49-F238E27FC236}">
                <a16:creationId xmlns:a16="http://schemas.microsoft.com/office/drawing/2014/main" id="{F558442B-DAFA-4AEE-B8CF-E92D7A39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0520" y="4370070"/>
            <a:ext cx="297688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1" name="panel-mark-148">
            <a:extLst xmlns:a="http://schemas.openxmlformats.org/drawingml/2006/main">
              <a:ext uri="{FF2B5EF4-FFF2-40B4-BE49-F238E27FC236}">
                <a16:creationId xmlns:a16="http://schemas.microsoft.com/office/drawing/2014/main" id="{DE4452F5-60EC-4F1F-855D-8FB92CB1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4572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32" name="text-149">
            <a:extLst xmlns:a="http://schemas.openxmlformats.org/drawingml/2006/main">
              <a:ext uri="{FF2B5EF4-FFF2-40B4-BE49-F238E27FC236}">
                <a16:creationId xmlns:a16="http://schemas.microsoft.com/office/drawing/2014/main" id="{7EEA8691-AD8B-428E-B722-396D4CF1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4572000"/>
            <a:ext cx="2247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Blog Posts</a:t>
            </a:r>
          </a:p>
        </p:txBody>
      </p:sp>
      <p:sp>
        <p:nvSpPr>
          <p:cNvPr id="33" name="text-150">
            <a:extLst xmlns:a="http://schemas.openxmlformats.org/drawingml/2006/main">
              <a:ext uri="{FF2B5EF4-FFF2-40B4-BE49-F238E27FC236}">
                <a16:creationId xmlns:a16="http://schemas.microsoft.com/office/drawing/2014/main" id="{BFE81F7D-E71C-4703-A223-13475EAE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4972050"/>
            <a:ext cx="243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контент и brief</a:t>
            </a:r>
          </a:p>
        </p:txBody>
      </p:sp>
      <p:sp>
        <p:nvSpPr>
          <p:cNvPr id="34" name="product-panel-152">
            <a:extLst xmlns:a="http://schemas.openxmlformats.org/drawingml/2006/main">
              <a:ext uri="{FF2B5EF4-FFF2-40B4-BE49-F238E27FC236}">
                <a16:creationId xmlns:a16="http://schemas.microsoft.com/office/drawing/2014/main" id="{1C5AFF02-5716-4C64-83FC-1CD5214B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589270"/>
            <a:ext cx="297688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5" name="panel-mark-155">
            <a:extLst xmlns:a="http://schemas.openxmlformats.org/drawingml/2006/main">
              <a:ext uri="{FF2B5EF4-FFF2-40B4-BE49-F238E27FC236}">
                <a16:creationId xmlns:a16="http://schemas.microsoft.com/office/drawing/2014/main" id="{90016E50-4B3D-4BC1-9519-98E9477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7912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3"/>
          </a:solidFill>
        </p:spPr>
      </p:sp>
      <p:sp>
        <p:nvSpPr>
          <p:cNvPr id="36" name="text-156">
            <a:extLst xmlns:a="http://schemas.openxmlformats.org/drawingml/2006/main">
              <a:ext uri="{FF2B5EF4-FFF2-40B4-BE49-F238E27FC236}">
                <a16:creationId xmlns:a16="http://schemas.microsoft.com/office/drawing/2014/main" id="{EA616205-3387-4222-845F-09804C5C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91200"/>
            <a:ext cx="2247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Site Links</a:t>
            </a:r>
          </a:p>
        </p:txBody>
      </p:sp>
      <p:sp>
        <p:nvSpPr>
          <p:cNvPr id="37" name="text-157">
            <a:extLst xmlns:a="http://schemas.openxmlformats.org/drawingml/2006/main">
              <a:ext uri="{FF2B5EF4-FFF2-40B4-BE49-F238E27FC236}">
                <a16:creationId xmlns:a16="http://schemas.microsoft.com/office/drawing/2014/main" id="{489132ED-2790-4617-9205-E8B21532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6191250"/>
            <a:ext cx="243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переходы и anchors</a:t>
            </a:r>
          </a:p>
        </p:txBody>
      </p:sp>
      <p:sp>
        <p:nvSpPr>
          <p:cNvPr id="38" name="product-panel-158">
            <a:extLst xmlns:a="http://schemas.openxmlformats.org/drawingml/2006/main">
              <a:ext uri="{FF2B5EF4-FFF2-40B4-BE49-F238E27FC236}">
                <a16:creationId xmlns:a16="http://schemas.microsoft.com/office/drawing/2014/main" id="{582FBEB9-5BF7-4947-A24F-62CC94C5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340" y="5589270"/>
            <a:ext cx="297688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9" name="panel-mark-161">
            <a:extLst xmlns:a="http://schemas.openxmlformats.org/drawingml/2006/main">
              <a:ext uri="{FF2B5EF4-FFF2-40B4-BE49-F238E27FC236}">
                <a16:creationId xmlns:a16="http://schemas.microsoft.com/office/drawing/2014/main" id="{C6CD6FED-F1FE-4F4B-A24A-FB428896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7912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40" name="text-162">
            <a:extLst xmlns:a="http://schemas.openxmlformats.org/drawingml/2006/main">
              <a:ext uri="{FF2B5EF4-FFF2-40B4-BE49-F238E27FC236}">
                <a16:creationId xmlns:a16="http://schemas.microsoft.com/office/drawing/2014/main" id="{B0D6D6EF-C386-418E-AB3F-4CD73DC9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5791200"/>
            <a:ext cx="2247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Templates</a:t>
            </a:r>
          </a:p>
        </p:txBody>
      </p:sp>
      <p:sp>
        <p:nvSpPr>
          <p:cNvPr id="41" name="text-163">
            <a:extLst xmlns:a="http://schemas.openxmlformats.org/drawingml/2006/main">
              <a:ext uri="{FF2B5EF4-FFF2-40B4-BE49-F238E27FC236}">
                <a16:creationId xmlns:a16="http://schemas.microsoft.com/office/drawing/2014/main" id="{1E09172F-F9C4-40E5-B0E4-EF30FE71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191250"/>
            <a:ext cx="243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структура и SEO</a:t>
            </a:r>
          </a:p>
        </p:txBody>
      </p:sp>
      <p:sp>
        <p:nvSpPr>
          <p:cNvPr id="42" name="product-panel-164">
            <a:extLst xmlns:a="http://schemas.openxmlformats.org/drawingml/2006/main">
              <a:ext uri="{FF2B5EF4-FFF2-40B4-BE49-F238E27FC236}">
                <a16:creationId xmlns:a16="http://schemas.microsoft.com/office/drawing/2014/main" id="{9BBA4BE2-B339-4472-BDCC-2710FFC4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0520" y="5589270"/>
            <a:ext cx="297688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" name="panel-mark-167">
            <a:extLst xmlns:a="http://schemas.openxmlformats.org/drawingml/2006/main">
              <a:ext uri="{FF2B5EF4-FFF2-40B4-BE49-F238E27FC236}">
                <a16:creationId xmlns:a16="http://schemas.microsoft.com/office/drawing/2014/main" id="{9899987A-7F9D-4A90-AEF8-3FF1703F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57912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44" name="text-168">
            <a:extLst xmlns:a="http://schemas.openxmlformats.org/drawingml/2006/main">
              <a:ext uri="{FF2B5EF4-FFF2-40B4-BE49-F238E27FC236}">
                <a16:creationId xmlns:a16="http://schemas.microsoft.com/office/drawing/2014/main" id="{83B19874-159A-459E-ABD2-9ADAF4A3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5791200"/>
            <a:ext cx="2247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Test Runs</a:t>
            </a:r>
          </a:p>
        </p:txBody>
      </p:sp>
      <p:sp>
        <p:nvSpPr>
          <p:cNvPr id="45" name="text-169">
            <a:extLst xmlns:a="http://schemas.openxmlformats.org/drawingml/2006/main">
              <a:ext uri="{FF2B5EF4-FFF2-40B4-BE49-F238E27FC236}">
                <a16:creationId xmlns:a16="http://schemas.microsoft.com/office/drawing/2014/main" id="{0BF891A9-5BE2-401B-B724-9A63F224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6191250"/>
            <a:ext cx="243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история проверок</a:t>
            </a:r>
          </a:p>
        </p:txBody>
      </p:sp>
      <p:sp>
        <p:nvSpPr>
          <p:cNvPr id="46" name="text-186">
            <a:extLst xmlns:a="http://schemas.openxmlformats.org/drawingml/2006/main">
              <a:ext uri="{FF2B5EF4-FFF2-40B4-BE49-F238E27FC236}">
                <a16:creationId xmlns:a16="http://schemas.microsoft.com/office/drawing/2014/main" id="{7D6427A0-18D6-42A4-8648-1F996466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00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58F"/>
                </a:solidFill>
              </a:defRPr>
            </a:pPr>
            <a:r>
              <a:rPr sz="1050">
                <a:solidFill>
                  <a:srgbClr val="60758F"/>
                </a:solidFill>
              </a:rPr>
              <a:t>CMS AI product overview</a:t>
            </a:r>
          </a:p>
        </p:txBody>
      </p:sp>
      <p:sp>
        <p:nvSpPr>
          <p:cNvPr id="47" name="text-187">
            <a:extLst xmlns:a="http://schemas.openxmlformats.org/drawingml/2006/main">
              <a:ext uri="{FF2B5EF4-FFF2-40B4-BE49-F238E27FC236}">
                <a16:creationId xmlns:a16="http://schemas.microsoft.com/office/drawing/2014/main" id="{44F1260B-13E4-426E-A363-B9136521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6012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6B6F"/>
                </a:solidFill>
              </a:defRPr>
            </a:pPr>
            <a:r>
              <a:rPr sz="1050" b="1">
                <a:solidFill>
                  <a:srgbClr val="0B6B6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674370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208">
            <a:extLst xmlns:a="http://schemas.openxmlformats.org/drawingml/2006/main">
              <a:ext uri="{FF2B5EF4-FFF2-40B4-BE49-F238E27FC236}">
                <a16:creationId xmlns:a16="http://schemas.microsoft.com/office/drawing/2014/main" id="{D2634E71-31D6-4DF3-8863-35852377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</p:spPr>
      </p:sp>
      <p:sp>
        <p:nvSpPr>
          <p:cNvPr id="2" name="accent-strip-209">
            <a:extLst xmlns:a="http://schemas.openxmlformats.org/drawingml/2006/main">
              <a:ext uri="{FF2B5EF4-FFF2-40B4-BE49-F238E27FC236}">
                <a16:creationId xmlns:a16="http://schemas.microsoft.com/office/drawing/2014/main" id="{71F8A2D1-3722-4E1F-8035-A7D81E9B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3" name="text-212">
            <a:extLst xmlns:a="http://schemas.openxmlformats.org/drawingml/2006/main">
              <a:ext uri="{FF2B5EF4-FFF2-40B4-BE49-F238E27FC236}">
                <a16:creationId xmlns:a16="http://schemas.microsoft.com/office/drawing/2014/main" id="{CE45BB6B-1B94-4436-A422-FC3A7E58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6B6F"/>
                </a:solidFill>
              </a:defRPr>
            </a:pPr>
            <a:r>
              <a:rPr sz="1200" b="1">
                <a:solidFill>
                  <a:srgbClr val="0B6B6F"/>
                </a:solidFill>
              </a:rPr>
              <a:t>AI PROJECTS</a:t>
            </a:r>
          </a:p>
        </p:txBody>
      </p:sp>
      <p:sp>
        <p:nvSpPr>
          <p:cNvPr id="4" name="text-213">
            <a:extLst xmlns:a="http://schemas.openxmlformats.org/drawingml/2006/main">
              <a:ext uri="{FF2B5EF4-FFF2-40B4-BE49-F238E27FC236}">
                <a16:creationId xmlns:a16="http://schemas.microsoft.com/office/drawing/2014/main" id="{CF69A9E4-F4E6-42AE-A129-C021AC4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16649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202F"/>
                </a:solidFill>
              </a:defRPr>
            </a:pPr>
            <a:r>
              <a:rPr sz="4200" b="1">
                <a:solidFill>
                  <a:srgbClr val="16202F"/>
                </a:solidFill>
              </a:rPr>
              <a:t>Проект фиксирует цель проверки</a:t>
            </a:r>
          </a:p>
        </p:txBody>
      </p:sp>
      <p:sp>
        <p:nvSpPr>
          <p:cNvPr id="5" name="text-214">
            <a:extLst xmlns:a="http://schemas.openxmlformats.org/drawingml/2006/main">
              <a:ext uri="{FF2B5EF4-FFF2-40B4-BE49-F238E27FC236}">
                <a16:creationId xmlns:a16="http://schemas.microsoft.com/office/drawing/2014/main" id="{11F4F1DD-0C67-4677-878B-2A96D9A0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9791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0758F"/>
                </a:solidFill>
              </a:defRPr>
            </a:pPr>
            <a:r>
              <a:rPr sz="1950">
                <a:solidFill>
                  <a:srgbClr val="60758F"/>
                </a:solidFill>
              </a:rPr>
              <a:t>AI Project отвечает на вопрос: что именно мы хотим доказать или проверить в рабочей зоне.</a:t>
            </a:r>
          </a:p>
        </p:txBody>
      </p:sp>
      <p:sp>
        <p:nvSpPr>
          <p:cNvPr id="6" name="product-panel-189">
            <a:extLst xmlns:a="http://schemas.openxmlformats.org/drawingml/2006/main">
              <a:ext uri="{FF2B5EF4-FFF2-40B4-BE49-F238E27FC236}">
                <a16:creationId xmlns:a16="http://schemas.microsoft.com/office/drawing/2014/main" id="{7134E37E-755A-403A-BC03-B2BE266B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2640"/>
            <a:ext cx="5422900" cy="1497330"/>
          </a:xfrm>
          <a:prstGeom xmlns:a="http://schemas.openxmlformats.org/drawingml/2006/main" prst="roundRect">
            <a:avLst>
              <a:gd name="adj" fmla="val 50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panel-mark-192">
            <a:extLst xmlns:a="http://schemas.openxmlformats.org/drawingml/2006/main">
              <a:ext uri="{FF2B5EF4-FFF2-40B4-BE49-F238E27FC236}">
                <a16:creationId xmlns:a16="http://schemas.microsoft.com/office/drawing/2014/main" id="{5C2E1050-EDDB-43FB-88AD-D1A45E10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8" name="text-193">
            <a:extLst xmlns:a="http://schemas.openxmlformats.org/drawingml/2006/main">
              <a:ext uri="{FF2B5EF4-FFF2-40B4-BE49-F238E27FC236}">
                <a16:creationId xmlns:a16="http://schemas.microsoft.com/office/drawing/2014/main" id="{90A367F5-86FD-426A-9B46-65F4D3F7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8600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Goal</a:t>
            </a:r>
          </a:p>
        </p:txBody>
      </p:sp>
      <p:sp>
        <p:nvSpPr>
          <p:cNvPr id="9" name="text-194">
            <a:extLst xmlns:a="http://schemas.openxmlformats.org/drawingml/2006/main">
              <a:ext uri="{FF2B5EF4-FFF2-40B4-BE49-F238E27FC236}">
                <a16:creationId xmlns:a16="http://schemas.microsoft.com/office/drawing/2014/main" id="{6D52DF6D-9366-4390-87B2-7639DF91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48958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Формулирует бизнес-задачу теста: например, проверить ответы по документации или подготовить контентный сценарий.</a:t>
            </a:r>
          </a:p>
        </p:txBody>
      </p:sp>
      <p:sp>
        <p:nvSpPr>
          <p:cNvPr id="10" name="product-panel-195">
            <a:extLst xmlns:a="http://schemas.openxmlformats.org/drawingml/2006/main">
              <a:ext uri="{FF2B5EF4-FFF2-40B4-BE49-F238E27FC236}">
                <a16:creationId xmlns:a16="http://schemas.microsoft.com/office/drawing/2014/main" id="{B9A440B4-8FDE-49C8-933E-1C49A27A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2072640"/>
            <a:ext cx="5422900" cy="1497330"/>
          </a:xfrm>
          <a:prstGeom xmlns:a="http://schemas.openxmlformats.org/drawingml/2006/main" prst="roundRect">
            <a:avLst>
              <a:gd name="adj" fmla="val 50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panel-mark-198">
            <a:extLst xmlns:a="http://schemas.openxmlformats.org/drawingml/2006/main">
              <a:ext uri="{FF2B5EF4-FFF2-40B4-BE49-F238E27FC236}">
                <a16:creationId xmlns:a16="http://schemas.microsoft.com/office/drawing/2014/main" id="{4AFB708B-8BE6-4C9F-8A86-EFE46175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12" name="text-199">
            <a:extLst xmlns:a="http://schemas.openxmlformats.org/drawingml/2006/main">
              <a:ext uri="{FF2B5EF4-FFF2-40B4-BE49-F238E27FC236}">
                <a16:creationId xmlns:a16="http://schemas.microsoft.com/office/drawing/2014/main" id="{514C7096-E99B-4366-BF94-05D56470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8600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Docs Folder</a:t>
            </a:r>
          </a:p>
        </p:txBody>
      </p:sp>
      <p:sp>
        <p:nvSpPr>
          <p:cNvPr id="13" name="text-200">
            <a:extLst xmlns:a="http://schemas.openxmlformats.org/drawingml/2006/main">
              <a:ext uri="{FF2B5EF4-FFF2-40B4-BE49-F238E27FC236}">
                <a16:creationId xmlns:a16="http://schemas.microsoft.com/office/drawing/2014/main" id="{8CD51433-DD57-4891-B59E-5AC073A5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67000"/>
            <a:ext cx="48958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Подсказывает, какую группу источников использовать в Workbench. Сейчас можно работать с seed-документами и Media uploads.</a:t>
            </a:r>
          </a:p>
        </p:txBody>
      </p:sp>
      <p:sp>
        <p:nvSpPr>
          <p:cNvPr id="14" name="product-panel-201">
            <a:extLst xmlns:a="http://schemas.openxmlformats.org/drawingml/2006/main">
              <a:ext uri="{FF2B5EF4-FFF2-40B4-BE49-F238E27FC236}">
                <a16:creationId xmlns:a16="http://schemas.microsoft.com/office/drawing/2014/main" id="{3431EB97-99C9-43E0-BA99-79748FE9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5950" y="2072640"/>
            <a:ext cx="5422900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panel-mark-204">
            <a:extLst xmlns:a="http://schemas.openxmlformats.org/drawingml/2006/main">
              <a:ext uri="{FF2B5EF4-FFF2-40B4-BE49-F238E27FC236}">
                <a16:creationId xmlns:a16="http://schemas.microsoft.com/office/drawing/2014/main" id="{3062ACE4-00CF-4BB7-9B54-7DB4EA06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286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16" name="text-205">
            <a:extLst xmlns:a="http://schemas.openxmlformats.org/drawingml/2006/main">
              <a:ext uri="{FF2B5EF4-FFF2-40B4-BE49-F238E27FC236}">
                <a16:creationId xmlns:a16="http://schemas.microsoft.com/office/drawing/2014/main" id="{A0B37E01-6994-4E61-B803-BDB49EE1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28600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Success Criteria</a:t>
            </a:r>
          </a:p>
        </p:txBody>
      </p:sp>
      <p:sp>
        <p:nvSpPr>
          <p:cNvPr id="17" name="text-206">
            <a:extLst xmlns:a="http://schemas.openxmlformats.org/drawingml/2006/main">
              <a:ext uri="{FF2B5EF4-FFF2-40B4-BE49-F238E27FC236}">
                <a16:creationId xmlns:a16="http://schemas.microsoft.com/office/drawing/2014/main" id="{4205975C-9AAB-4260-8A82-408A43A7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6670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Список критериев, по которым понятно, что проверка прошла успешно.</a:t>
            </a:r>
          </a:p>
        </p:txBody>
      </p:sp>
      <p:sp>
        <p:nvSpPr>
          <p:cNvPr id="18" name="text-216">
            <a:extLst xmlns:a="http://schemas.openxmlformats.org/drawingml/2006/main">
              <a:ext uri="{FF2B5EF4-FFF2-40B4-BE49-F238E27FC236}">
                <a16:creationId xmlns:a16="http://schemas.microsoft.com/office/drawing/2014/main" id="{D53BD3D8-8870-4E24-83E1-9154BD7E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00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58F"/>
                </a:solidFill>
              </a:defRPr>
            </a:pPr>
            <a:r>
              <a:rPr sz="1050">
                <a:solidFill>
                  <a:srgbClr val="60758F"/>
                </a:solidFill>
              </a:rPr>
              <a:t>CMS AI product overview</a:t>
            </a:r>
          </a:p>
        </p:txBody>
      </p:sp>
      <p:sp>
        <p:nvSpPr>
          <p:cNvPr id="19" name="text-217">
            <a:extLst xmlns:a="http://schemas.openxmlformats.org/drawingml/2006/main">
              <a:ext uri="{FF2B5EF4-FFF2-40B4-BE49-F238E27FC236}">
                <a16:creationId xmlns:a16="http://schemas.microsoft.com/office/drawing/2014/main" id="{B2DAE772-7FA4-456B-9855-A385BDB8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6012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6B6F"/>
                </a:solidFill>
              </a:defRPr>
            </a:pPr>
            <a:r>
              <a:rPr sz="1050" b="1">
                <a:solidFill>
                  <a:srgbClr val="0B6B6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950513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245">
            <a:extLst xmlns:a="http://schemas.openxmlformats.org/drawingml/2006/main">
              <a:ext uri="{FF2B5EF4-FFF2-40B4-BE49-F238E27FC236}">
                <a16:creationId xmlns:a16="http://schemas.microsoft.com/office/drawing/2014/main" id="{2E098F0C-6CA2-4DB3-A6A9-D1F63133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</p:spPr>
      </p:sp>
      <p:sp>
        <p:nvSpPr>
          <p:cNvPr id="2" name="accent-strip-246">
            <a:extLst xmlns:a="http://schemas.openxmlformats.org/drawingml/2006/main">
              <a:ext uri="{FF2B5EF4-FFF2-40B4-BE49-F238E27FC236}">
                <a16:creationId xmlns:a16="http://schemas.microsoft.com/office/drawing/2014/main" id="{BAB85897-E8CE-46CF-93B8-00F745AC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3" name="text-249">
            <a:extLst xmlns:a="http://schemas.openxmlformats.org/drawingml/2006/main">
              <a:ext uri="{FF2B5EF4-FFF2-40B4-BE49-F238E27FC236}">
                <a16:creationId xmlns:a16="http://schemas.microsoft.com/office/drawing/2014/main" id="{FBDCDCC3-14E5-43BF-92C8-5EEEE068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6B6F"/>
                </a:solidFill>
              </a:defRPr>
            </a:pPr>
            <a:r>
              <a:rPr sz="1200" b="1">
                <a:solidFill>
                  <a:srgbClr val="0B6B6F"/>
                </a:solidFill>
              </a:rPr>
              <a:t>PROMPT TEMPLATES</a:t>
            </a:r>
          </a:p>
        </p:txBody>
      </p:sp>
      <p:sp>
        <p:nvSpPr>
          <p:cNvPr id="4" name="text-250">
            <a:extLst xmlns:a="http://schemas.openxmlformats.org/drawingml/2006/main">
              <a:ext uri="{FF2B5EF4-FFF2-40B4-BE49-F238E27FC236}">
                <a16:creationId xmlns:a16="http://schemas.microsoft.com/office/drawing/2014/main" id="{90315EF1-5BDB-4C42-BD16-1115B97C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16649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202F"/>
                </a:solidFill>
              </a:defRPr>
            </a:pPr>
            <a:r>
              <a:rPr sz="4200" b="1">
                <a:solidFill>
                  <a:srgbClr val="16202F"/>
                </a:solidFill>
              </a:rPr>
              <a:t>Шаблоны превращают разовые промпты в управляемый процесс</a:t>
            </a:r>
          </a:p>
        </p:txBody>
      </p:sp>
      <p:sp>
        <p:nvSpPr>
          <p:cNvPr id="5" name="text-251">
            <a:extLst xmlns:a="http://schemas.openxmlformats.org/drawingml/2006/main">
              <a:ext uri="{FF2B5EF4-FFF2-40B4-BE49-F238E27FC236}">
                <a16:creationId xmlns:a16="http://schemas.microsoft.com/office/drawing/2014/main" id="{668658DB-77F0-426F-BBA4-00B499C8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1059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0758F"/>
                </a:solidFill>
              </a:defRPr>
            </a:pPr>
            <a:r>
              <a:rPr sz="1950">
                <a:solidFill>
                  <a:srgbClr val="60758F"/>
                </a:solidFill>
              </a:rPr>
              <a:t>Редактор хранит не только текст запроса, но и режим, ограничения и ожидаемое поведение ответа.</a:t>
            </a:r>
          </a:p>
        </p:txBody>
      </p:sp>
      <p:sp>
        <p:nvSpPr>
          <p:cNvPr id="6" name="product-panel-220">
            <a:extLst xmlns:a="http://schemas.openxmlformats.org/drawingml/2006/main">
              <a:ext uri="{FF2B5EF4-FFF2-40B4-BE49-F238E27FC236}">
                <a16:creationId xmlns:a16="http://schemas.microsoft.com/office/drawing/2014/main" id="{3CD9B56F-F3A8-4288-92FD-7A8C9ED4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2640"/>
            <a:ext cx="5435600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panel-mark-223">
            <a:extLst xmlns:a="http://schemas.openxmlformats.org/drawingml/2006/main">
              <a:ext uri="{FF2B5EF4-FFF2-40B4-BE49-F238E27FC236}">
                <a16:creationId xmlns:a16="http://schemas.microsoft.com/office/drawing/2014/main" id="{8A52A856-3CCA-44B7-8F5C-FC06CA69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8" name="text-224">
            <a:extLst xmlns:a="http://schemas.openxmlformats.org/drawingml/2006/main">
              <a:ext uri="{FF2B5EF4-FFF2-40B4-BE49-F238E27FC236}">
                <a16:creationId xmlns:a16="http://schemas.microsoft.com/office/drawing/2014/main" id="{658C6A33-850D-4A81-BE19-51C859D3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8600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Mode</a:t>
            </a:r>
          </a:p>
        </p:txBody>
      </p:sp>
      <p:sp>
        <p:nvSpPr>
          <p:cNvPr id="9" name="text-225">
            <a:extLst xmlns:a="http://schemas.openxmlformats.org/drawingml/2006/main">
              <a:ext uri="{FF2B5EF4-FFF2-40B4-BE49-F238E27FC236}">
                <a16:creationId xmlns:a16="http://schemas.microsoft.com/office/drawing/2014/main" id="{879D1F31-4545-4B3B-BADE-9A3866B1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QA, summary, audit или content draft. Помогает разделять разные типы задач.</a:t>
            </a:r>
          </a:p>
        </p:txBody>
      </p:sp>
      <p:sp>
        <p:nvSpPr>
          <p:cNvPr id="10" name="product-panel-226">
            <a:extLst xmlns:a="http://schemas.openxmlformats.org/drawingml/2006/main">
              <a:ext uri="{FF2B5EF4-FFF2-40B4-BE49-F238E27FC236}">
                <a16:creationId xmlns:a16="http://schemas.microsoft.com/office/drawing/2014/main" id="{106CEA4F-27E5-462F-A25C-438D65A4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072640"/>
            <a:ext cx="5435600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panel-mark-229">
            <a:extLst xmlns:a="http://schemas.openxmlformats.org/drawingml/2006/main">
              <a:ext uri="{FF2B5EF4-FFF2-40B4-BE49-F238E27FC236}">
                <a16:creationId xmlns:a16="http://schemas.microsoft.com/office/drawing/2014/main" id="{5FAE49EF-BF82-4853-B2A1-60F44393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12" name="text-230">
            <a:extLst xmlns:a="http://schemas.openxmlformats.org/drawingml/2006/main">
              <a:ext uri="{FF2B5EF4-FFF2-40B4-BE49-F238E27FC236}">
                <a16:creationId xmlns:a16="http://schemas.microsoft.com/office/drawing/2014/main" id="{CE7890E0-E51A-40EC-A860-127BD2A9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8600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System Prompt</a:t>
            </a:r>
          </a:p>
        </p:txBody>
      </p:sp>
      <p:sp>
        <p:nvSpPr>
          <p:cNvPr id="13" name="text-231">
            <a:extLst xmlns:a="http://schemas.openxmlformats.org/drawingml/2006/main">
              <a:ext uri="{FF2B5EF4-FFF2-40B4-BE49-F238E27FC236}">
                <a16:creationId xmlns:a16="http://schemas.microsoft.com/office/drawing/2014/main" id="{BADA9173-5005-4A04-94DC-2E088393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670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Стабильные правила: роль, язык ответа, работа только по источникам, формат результата.</a:t>
            </a:r>
          </a:p>
        </p:txBody>
      </p:sp>
      <p:sp>
        <p:nvSpPr>
          <p:cNvPr id="14" name="product-panel-232">
            <a:extLst xmlns:a="http://schemas.openxmlformats.org/drawingml/2006/main">
              <a:ext uri="{FF2B5EF4-FFF2-40B4-BE49-F238E27FC236}">
                <a16:creationId xmlns:a16="http://schemas.microsoft.com/office/drawing/2014/main" id="{EF1AABB5-EEAC-4F1A-B522-E265AF7E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3250" y="2072640"/>
            <a:ext cx="5435600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panel-mark-235">
            <a:extLst xmlns:a="http://schemas.openxmlformats.org/drawingml/2006/main">
              <a:ext uri="{FF2B5EF4-FFF2-40B4-BE49-F238E27FC236}">
                <a16:creationId xmlns:a16="http://schemas.microsoft.com/office/drawing/2014/main" id="{CEA6EBD9-14E2-4558-9804-BE13ADF5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286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16" name="text-236">
            <a:extLst xmlns:a="http://schemas.openxmlformats.org/drawingml/2006/main">
              <a:ext uri="{FF2B5EF4-FFF2-40B4-BE49-F238E27FC236}">
                <a16:creationId xmlns:a16="http://schemas.microsoft.com/office/drawing/2014/main" id="{E9884539-EC17-46C9-BC57-72E471C1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28600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User Prompt</a:t>
            </a:r>
          </a:p>
        </p:txBody>
      </p:sp>
      <p:sp>
        <p:nvSpPr>
          <p:cNvPr id="17" name="text-237">
            <a:extLst xmlns:a="http://schemas.openxmlformats.org/drawingml/2006/main">
              <a:ext uri="{FF2B5EF4-FFF2-40B4-BE49-F238E27FC236}">
                <a16:creationId xmlns:a16="http://schemas.microsoft.com/office/drawing/2014/main" id="{B15FA798-72C0-4A6E-9BCC-81E93281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6670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Повторяемая инструкция, которую тестировщик может перенести в Workbench.</a:t>
            </a:r>
          </a:p>
        </p:txBody>
      </p:sp>
      <p:sp>
        <p:nvSpPr>
          <p:cNvPr id="18" name="product-panel-238">
            <a:extLst xmlns:a="http://schemas.openxmlformats.org/drawingml/2006/main">
              <a:ext uri="{FF2B5EF4-FFF2-40B4-BE49-F238E27FC236}">
                <a16:creationId xmlns:a16="http://schemas.microsoft.com/office/drawing/2014/main" id="{9E55DEF9-5DDE-4180-A44D-BFAF80DC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1870"/>
            <a:ext cx="1664970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panel-mark-241">
            <a:extLst xmlns:a="http://schemas.openxmlformats.org/drawingml/2006/main">
              <a:ext uri="{FF2B5EF4-FFF2-40B4-BE49-F238E27FC236}">
                <a16:creationId xmlns:a16="http://schemas.microsoft.com/office/drawing/2014/main" id="{BE90639A-66A3-4685-8803-5D97410C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3"/>
          </a:solidFill>
        </p:spPr>
      </p:sp>
      <p:sp>
        <p:nvSpPr>
          <p:cNvPr id="20" name="text-242">
            <a:extLst xmlns:a="http://schemas.openxmlformats.org/drawingml/2006/main">
              <a:ext uri="{FF2B5EF4-FFF2-40B4-BE49-F238E27FC236}">
                <a16:creationId xmlns:a16="http://schemas.microsoft.com/office/drawing/2014/main" id="{E44C5B0F-C5EA-4CFC-99D3-A7939BA0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15925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Зачем это нужно</a:t>
            </a:r>
          </a:p>
        </p:txBody>
      </p:sp>
      <p:sp>
        <p:nvSpPr>
          <p:cNvPr id="21" name="text-243">
            <a:extLst xmlns:a="http://schemas.openxmlformats.org/drawingml/2006/main">
              <a:ext uri="{FF2B5EF4-FFF2-40B4-BE49-F238E27FC236}">
                <a16:creationId xmlns:a16="http://schemas.microsoft.com/office/drawing/2014/main" id="{9A550D73-C5FA-490F-A3FC-ECAC564A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16116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Команда не изобретает запрос заново каждый раз: лучшие сценарии проверки и черновиков становятся библиотекой.</a:t>
            </a:r>
          </a:p>
        </p:txBody>
      </p:sp>
      <p:sp>
        <p:nvSpPr>
          <p:cNvPr id="22" name="text-253">
            <a:extLst xmlns:a="http://schemas.openxmlformats.org/drawingml/2006/main">
              <a:ext uri="{FF2B5EF4-FFF2-40B4-BE49-F238E27FC236}">
                <a16:creationId xmlns:a16="http://schemas.microsoft.com/office/drawing/2014/main" id="{BFDE03B8-D55E-4CC8-9A52-E617881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00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58F"/>
                </a:solidFill>
              </a:defRPr>
            </a:pPr>
            <a:r>
              <a:rPr sz="1050">
                <a:solidFill>
                  <a:srgbClr val="60758F"/>
                </a:solidFill>
              </a:rPr>
              <a:t>CMS AI product overview</a:t>
            </a:r>
          </a:p>
        </p:txBody>
      </p:sp>
      <p:sp>
        <p:nvSpPr>
          <p:cNvPr id="23" name="text-254">
            <a:extLst xmlns:a="http://schemas.openxmlformats.org/drawingml/2006/main">
              <a:ext uri="{FF2B5EF4-FFF2-40B4-BE49-F238E27FC236}">
                <a16:creationId xmlns:a16="http://schemas.microsoft.com/office/drawing/2014/main" id="{2940643E-9485-45CB-98F7-B9F225F2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6012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6B6F"/>
                </a:solidFill>
              </a:defRPr>
            </a:pPr>
            <a:r>
              <a:rPr sz="1050" b="1">
                <a:solidFill>
                  <a:srgbClr val="0B6B6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29777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317">
            <a:extLst xmlns:a="http://schemas.openxmlformats.org/drawingml/2006/main">
              <a:ext uri="{FF2B5EF4-FFF2-40B4-BE49-F238E27FC236}">
                <a16:creationId xmlns:a16="http://schemas.microsoft.com/office/drawing/2014/main" id="{0A9ED118-D7F1-497A-BC6D-676A0C91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</p:spPr>
      </p:sp>
      <p:sp>
        <p:nvSpPr>
          <p:cNvPr id="2" name="accent-strip-318">
            <a:extLst xmlns:a="http://schemas.openxmlformats.org/drawingml/2006/main">
              <a:ext uri="{FF2B5EF4-FFF2-40B4-BE49-F238E27FC236}">
                <a16:creationId xmlns:a16="http://schemas.microsoft.com/office/drawing/2014/main" id="{3805FAA3-BC1F-4D01-8F86-0532C34B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3" name="text-321">
            <a:extLst xmlns:a="http://schemas.openxmlformats.org/drawingml/2006/main">
              <a:ext uri="{FF2B5EF4-FFF2-40B4-BE49-F238E27FC236}">
                <a16:creationId xmlns:a16="http://schemas.microsoft.com/office/drawing/2014/main" id="{F8384EE7-1167-4753-8A46-34269A33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6B6F"/>
                </a:solidFill>
              </a:defRPr>
            </a:pPr>
            <a:r>
              <a:rPr sz="1200" b="1">
                <a:solidFill>
                  <a:srgbClr val="0B6B6F"/>
                </a:solidFill>
              </a:rPr>
              <a:t>MEDIA + CORPUS</a:t>
            </a:r>
          </a:p>
        </p:txBody>
      </p:sp>
      <p:sp>
        <p:nvSpPr>
          <p:cNvPr id="4" name="text-322">
            <a:extLst xmlns:a="http://schemas.openxmlformats.org/drawingml/2006/main">
              <a:ext uri="{FF2B5EF4-FFF2-40B4-BE49-F238E27FC236}">
                <a16:creationId xmlns:a16="http://schemas.microsoft.com/office/drawing/2014/main" id="{51BD009B-7028-43C2-82D2-AFDC7830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16649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202F"/>
                </a:solidFill>
              </a:defRPr>
            </a:pPr>
            <a:r>
              <a:rPr sz="4200" b="1">
                <a:solidFill>
                  <a:srgbClr val="16202F"/>
                </a:solidFill>
              </a:rPr>
              <a:t>Документы загружаются в Media и становятся источниками для RAG</a:t>
            </a:r>
          </a:p>
        </p:txBody>
      </p:sp>
      <p:sp>
        <p:nvSpPr>
          <p:cNvPr id="5" name="text-323">
            <a:extLst xmlns:a="http://schemas.openxmlformats.org/drawingml/2006/main">
              <a:ext uri="{FF2B5EF4-FFF2-40B4-BE49-F238E27FC236}">
                <a16:creationId xmlns:a16="http://schemas.microsoft.com/office/drawing/2014/main" id="{0D027266-3EF9-4D2A-B47D-FA549399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802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0758F"/>
                </a:solidFill>
              </a:defRPr>
            </a:pPr>
            <a:r>
              <a:rPr sz="1950">
                <a:solidFill>
                  <a:srgbClr val="60758F"/>
                </a:solidFill>
              </a:rPr>
              <a:t>Система поддерживает проверку по PDF, TXT, Markdown, DOCX, XLIFF и XML.</a:t>
            </a:r>
          </a:p>
        </p:txBody>
      </p:sp>
      <p:sp>
        <p:nvSpPr>
          <p:cNvPr id="6" name="bullet-dot-259">
            <a:extLst xmlns:a="http://schemas.openxmlformats.org/drawingml/2006/main">
              <a:ext uri="{FF2B5EF4-FFF2-40B4-BE49-F238E27FC236}">
                <a16:creationId xmlns:a16="http://schemas.microsoft.com/office/drawing/2014/main" id="{72A561F7-512E-44B2-9383-0BD4C89B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7" name="text-260">
            <a:extLst xmlns:a="http://schemas.openxmlformats.org/drawingml/2006/main">
              <a:ext uri="{FF2B5EF4-FFF2-40B4-BE49-F238E27FC236}">
                <a16:creationId xmlns:a16="http://schemas.microsoft.com/office/drawing/2014/main" id="{3CD77953-8BF2-4DA3-A507-15748CF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695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0"/>
                </a:solidFill>
              </a:defRPr>
            </a:pPr>
            <a:r>
              <a:rPr sz="1800">
                <a:solidFill>
                  <a:srgbClr val="172030"/>
                </a:solidFill>
              </a:rPr>
              <a:t>Media хранит файлы и редакционные подписи;</a:t>
            </a:r>
          </a:p>
        </p:txBody>
      </p:sp>
      <p:sp>
        <p:nvSpPr>
          <p:cNvPr id="8" name="bullet-dot-262">
            <a:extLst xmlns:a="http://schemas.openxmlformats.org/drawingml/2006/main">
              <a:ext uri="{FF2B5EF4-FFF2-40B4-BE49-F238E27FC236}">
                <a16:creationId xmlns:a16="http://schemas.microsoft.com/office/drawing/2014/main" id="{5104C029-1046-4798-AE35-14235C2B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9" name="text-263">
            <a:extLst xmlns:a="http://schemas.openxmlformats.org/drawingml/2006/main">
              <a:ext uri="{FF2B5EF4-FFF2-40B4-BE49-F238E27FC236}">
                <a16:creationId xmlns:a16="http://schemas.microsoft.com/office/drawing/2014/main" id="{09E91E59-875F-41DE-81BD-62EC5429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695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0"/>
                </a:solidFill>
              </a:defRPr>
            </a:pPr>
            <a:r>
              <a:rPr sz="1800">
                <a:solidFill>
                  <a:srgbClr val="172030"/>
                </a:solidFill>
              </a:rPr>
              <a:t>Corpus показывает, какие файлы реально доступны AI;</a:t>
            </a:r>
          </a:p>
        </p:txBody>
      </p:sp>
      <p:sp>
        <p:nvSpPr>
          <p:cNvPr id="10" name="bullet-dot-265">
            <a:extLst xmlns:a="http://schemas.openxmlformats.org/drawingml/2006/main">
              <a:ext uri="{FF2B5EF4-FFF2-40B4-BE49-F238E27FC236}">
                <a16:creationId xmlns:a16="http://schemas.microsoft.com/office/drawing/2014/main" id="{6F28F54E-9F1D-4E3E-80BA-948E5386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11" name="text-266">
            <a:extLst xmlns:a="http://schemas.openxmlformats.org/drawingml/2006/main">
              <a:ext uri="{FF2B5EF4-FFF2-40B4-BE49-F238E27FC236}">
                <a16:creationId xmlns:a16="http://schemas.microsoft.com/office/drawing/2014/main" id="{9E56ADF3-B423-4E6B-9E34-1383CCFA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695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0"/>
                </a:solidFill>
              </a:defRPr>
            </a:pPr>
            <a:r>
              <a:rPr sz="1800">
                <a:solidFill>
                  <a:srgbClr val="172030"/>
                </a:solidFill>
              </a:rPr>
              <a:t>Uploaded media отделяется от seed-документов;</a:t>
            </a:r>
          </a:p>
        </p:txBody>
      </p:sp>
      <p:sp>
        <p:nvSpPr>
          <p:cNvPr id="12" name="bullet-dot-268">
            <a:extLst xmlns:a="http://schemas.openxmlformats.org/drawingml/2006/main">
              <a:ext uri="{FF2B5EF4-FFF2-40B4-BE49-F238E27FC236}">
                <a16:creationId xmlns:a16="http://schemas.microsoft.com/office/drawing/2014/main" id="{E59EEE2C-DB8F-4EC1-B580-FBF84B4B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13" name="text-269">
            <a:extLst xmlns:a="http://schemas.openxmlformats.org/drawingml/2006/main">
              <a:ext uri="{FF2B5EF4-FFF2-40B4-BE49-F238E27FC236}">
                <a16:creationId xmlns:a16="http://schemas.microsoft.com/office/drawing/2014/main" id="{CAC2DDA4-8F26-4602-A43A-6AFA8345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695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0"/>
                </a:solidFill>
              </a:defRPr>
            </a:pPr>
            <a:r>
              <a:rPr sz="1800">
                <a:solidFill>
                  <a:srgbClr val="172030"/>
                </a:solidFill>
              </a:rPr>
              <a:t>Refresh обновляет список перед тестом.</a:t>
            </a:r>
          </a:p>
        </p:txBody>
      </p:sp>
      <p:sp>
        <p:nvSpPr>
          <p:cNvPr id="14" name="mock-window-309">
            <a:extLst xmlns:a="http://schemas.openxmlformats.org/drawingml/2006/main">
              <a:ext uri="{FF2B5EF4-FFF2-40B4-BE49-F238E27FC236}">
                <a16:creationId xmlns:a16="http://schemas.microsoft.com/office/drawing/2014/main" id="{EE8C6DB2-7522-4CB5-8CAA-EA6D4691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4370" y="2072640"/>
            <a:ext cx="9174480" cy="5381625"/>
          </a:xfrm>
          <a:prstGeom xmlns:a="http://schemas.openxmlformats.org/drawingml/2006/main" prst="roundRect">
            <a:avLst>
              <a:gd name="adj" fmla="val 141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dot-1-312">
            <a:extLst xmlns:a="http://schemas.openxmlformats.org/drawingml/2006/main">
              <a:ext uri="{FF2B5EF4-FFF2-40B4-BE49-F238E27FC236}">
                <a16:creationId xmlns:a16="http://schemas.microsoft.com/office/drawing/2014/main" id="{FB6F9DFE-23FC-45D2-BA02-DF3A37CE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B5D"/>
          </a:solidFill>
        </p:spPr>
      </p:sp>
      <p:sp>
        <p:nvSpPr>
          <p:cNvPr id="16" name="dot-2-313">
            <a:extLst xmlns:a="http://schemas.openxmlformats.org/drawingml/2006/main">
              <a:ext uri="{FF2B5EF4-FFF2-40B4-BE49-F238E27FC236}">
                <a16:creationId xmlns:a16="http://schemas.microsoft.com/office/drawing/2014/main" id="{92F1D7C6-DF5E-4FB6-BDB7-221A423B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28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84D"/>
          </a:solidFill>
        </p:spPr>
      </p:sp>
      <p:sp>
        <p:nvSpPr>
          <p:cNvPr id="17" name="dot-3-314">
            <a:extLst xmlns:a="http://schemas.openxmlformats.org/drawingml/2006/main">
              <a:ext uri="{FF2B5EF4-FFF2-40B4-BE49-F238E27FC236}">
                <a16:creationId xmlns:a16="http://schemas.microsoft.com/office/drawing/2014/main" id="{124FDF08-15DD-4443-A6BB-C3CD7977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28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78"/>
          </a:solidFill>
        </p:spPr>
      </p:sp>
      <p:sp>
        <p:nvSpPr>
          <p:cNvPr id="18" name="text-315">
            <a:extLst xmlns:a="http://schemas.openxmlformats.org/drawingml/2006/main">
              <a:ext uri="{FF2B5EF4-FFF2-40B4-BE49-F238E27FC236}">
                <a16:creationId xmlns:a16="http://schemas.microsoft.com/office/drawing/2014/main" id="{1ACB8A74-64A3-4AFD-8FC1-3BDB0410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28850"/>
            <a:ext cx="832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202F"/>
                </a:solidFill>
              </a:defRPr>
            </a:pPr>
            <a:r>
              <a:rPr sz="1200" b="1">
                <a:solidFill>
                  <a:srgbClr val="16202F"/>
                </a:solidFill>
              </a:rPr>
              <a:t>AI Workbench / Corpus</a:t>
            </a:r>
          </a:p>
        </p:txBody>
      </p:sp>
      <p:sp>
        <p:nvSpPr>
          <p:cNvPr id="19" name="mini-mark-274">
            <a:extLst xmlns:a="http://schemas.openxmlformats.org/drawingml/2006/main">
              <a:ext uri="{FF2B5EF4-FFF2-40B4-BE49-F238E27FC236}">
                <a16:creationId xmlns:a16="http://schemas.microsoft.com/office/drawing/2014/main" id="{FEED6331-01EC-4F01-8094-AA908E28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20" name="text-276">
            <a:extLst xmlns:a="http://schemas.openxmlformats.org/drawingml/2006/main">
              <a:ext uri="{FF2B5EF4-FFF2-40B4-BE49-F238E27FC236}">
                <a16:creationId xmlns:a16="http://schemas.microsoft.com/office/drawing/2014/main" id="{C2430778-0305-4C81-9DFB-BD6AD76E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02F"/>
                </a:solidFill>
              </a:defRPr>
            </a:pPr>
            <a:r>
              <a:rPr sz="1350" b="1">
                <a:solidFill>
                  <a:srgbClr val="16202F"/>
                </a:solidFill>
              </a:rPr>
              <a:t>All folders</a:t>
            </a:r>
          </a:p>
        </p:txBody>
      </p:sp>
      <p:sp>
        <p:nvSpPr>
          <p:cNvPr id="21" name="text-277">
            <a:extLst xmlns:a="http://schemas.openxmlformats.org/drawingml/2006/main">
              <a:ext uri="{FF2B5EF4-FFF2-40B4-BE49-F238E27FC236}">
                <a16:creationId xmlns:a16="http://schemas.microsoft.com/office/drawing/2014/main" id="{56F81B4C-6F53-4667-8AD0-AA8189E7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762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58F"/>
                </a:solidFill>
              </a:defRPr>
            </a:pPr>
            <a:r>
              <a:rPr sz="1125">
                <a:solidFill>
                  <a:srgbClr val="60758F"/>
                </a:solidFill>
              </a:rPr>
              <a:t>seed docs + uploaded media</a:t>
            </a:r>
          </a:p>
        </p:txBody>
      </p:sp>
      <p:sp>
        <p:nvSpPr>
          <p:cNvPr id="22" name="mini-mark-279">
            <a:extLst xmlns:a="http://schemas.openxmlformats.org/drawingml/2006/main">
              <a:ext uri="{FF2B5EF4-FFF2-40B4-BE49-F238E27FC236}">
                <a16:creationId xmlns:a16="http://schemas.microsoft.com/office/drawing/2014/main" id="{A588EE09-D91F-4301-88F7-F594FFB2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004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23" name="text-281">
            <a:extLst xmlns:a="http://schemas.openxmlformats.org/drawingml/2006/main">
              <a:ext uri="{FF2B5EF4-FFF2-40B4-BE49-F238E27FC236}">
                <a16:creationId xmlns:a16="http://schemas.microsoft.com/office/drawing/2014/main" id="{2D3435DC-5397-4719-8F5D-69D16800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813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02F"/>
                </a:solidFill>
              </a:defRPr>
            </a:pPr>
            <a:r>
              <a:rPr sz="1350" b="1">
                <a:solidFill>
                  <a:srgbClr val="16202F"/>
                </a:solidFill>
              </a:rPr>
              <a:t>Uploaded media</a:t>
            </a:r>
          </a:p>
        </p:txBody>
      </p:sp>
      <p:sp>
        <p:nvSpPr>
          <p:cNvPr id="24" name="text-282">
            <a:extLst xmlns:a="http://schemas.openxmlformats.org/drawingml/2006/main">
              <a:ext uri="{FF2B5EF4-FFF2-40B4-BE49-F238E27FC236}">
                <a16:creationId xmlns:a16="http://schemas.microsoft.com/office/drawing/2014/main" id="{95BF0CA6-EA3E-4444-8DBD-AF1B2CFE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09950"/>
            <a:ext cx="2762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58F"/>
                </a:solidFill>
              </a:defRPr>
            </a:pPr>
            <a:r>
              <a:rPr sz="1125">
                <a:solidFill>
                  <a:srgbClr val="60758F"/>
                </a:solidFill>
              </a:rPr>
              <a:t>PDF, DOCX, TXT, MD, XML</a:t>
            </a:r>
          </a:p>
        </p:txBody>
      </p:sp>
      <p:sp>
        <p:nvSpPr>
          <p:cNvPr id="25" name="mini-mark-284">
            <a:extLst xmlns:a="http://schemas.openxmlformats.org/drawingml/2006/main">
              <a:ext uri="{FF2B5EF4-FFF2-40B4-BE49-F238E27FC236}">
                <a16:creationId xmlns:a16="http://schemas.microsoft.com/office/drawing/2014/main" id="{A1EDDEEC-DBF4-45C9-AE29-CF37198E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957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26" name="text-286">
            <a:extLst xmlns:a="http://schemas.openxmlformats.org/drawingml/2006/main">
              <a:ext uri="{FF2B5EF4-FFF2-40B4-BE49-F238E27FC236}">
                <a16:creationId xmlns:a16="http://schemas.microsoft.com/office/drawing/2014/main" id="{8E913D7C-8541-4465-B5D4-42EF1BAA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76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02F"/>
                </a:solidFill>
              </a:defRPr>
            </a:pPr>
            <a:r>
              <a:rPr sz="1350" b="1">
                <a:solidFill>
                  <a:srgbClr val="16202F"/>
                </a:solidFill>
              </a:rPr>
              <a:t>Seed docs</a:t>
            </a:r>
          </a:p>
        </p:txBody>
      </p:sp>
      <p:sp>
        <p:nvSpPr>
          <p:cNvPr id="27" name="text-287">
            <a:extLst xmlns:a="http://schemas.openxmlformats.org/drawingml/2006/main">
              <a:ext uri="{FF2B5EF4-FFF2-40B4-BE49-F238E27FC236}">
                <a16:creationId xmlns:a16="http://schemas.microsoft.com/office/drawing/2014/main" id="{C70A376F-1685-4651-976F-F61CBE5F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24300"/>
            <a:ext cx="2762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58F"/>
                </a:solidFill>
              </a:defRPr>
            </a:pPr>
            <a:r>
              <a:rPr sz="1125">
                <a:solidFill>
                  <a:srgbClr val="60758F"/>
                </a:solidFill>
              </a:rPr>
              <a:t>демо-источники</a:t>
            </a:r>
          </a:p>
        </p:txBody>
      </p:sp>
      <p:sp>
        <p:nvSpPr>
          <p:cNvPr id="28" name="mini-mark-290">
            <a:extLst xmlns:a="http://schemas.openxmlformats.org/drawingml/2006/main">
              <a:ext uri="{FF2B5EF4-FFF2-40B4-BE49-F238E27FC236}">
                <a16:creationId xmlns:a16="http://schemas.microsoft.com/office/drawing/2014/main" id="{E5A801FE-35B6-41A9-A156-D31E9FA4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6670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29" name="text-292">
            <a:extLst xmlns:a="http://schemas.openxmlformats.org/drawingml/2006/main">
              <a:ext uri="{FF2B5EF4-FFF2-40B4-BE49-F238E27FC236}">
                <a16:creationId xmlns:a16="http://schemas.microsoft.com/office/drawing/2014/main" id="{0BD8E42F-2B5B-4EA0-93F7-B2ED3FEA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686050"/>
            <a:ext cx="5543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02F"/>
                </a:solidFill>
              </a:defRPr>
            </a:pPr>
            <a:r>
              <a:rPr sz="1350" b="1">
                <a:solidFill>
                  <a:srgbClr val="16202F"/>
                </a:solidFill>
              </a:rPr>
              <a:t>product-guide.pdf</a:t>
            </a:r>
          </a:p>
        </p:txBody>
      </p:sp>
      <p:sp>
        <p:nvSpPr>
          <p:cNvPr id="30" name="text-293">
            <a:extLst xmlns:a="http://schemas.openxmlformats.org/drawingml/2006/main">
              <a:ext uri="{FF2B5EF4-FFF2-40B4-BE49-F238E27FC236}">
                <a16:creationId xmlns:a16="http://schemas.microsoft.com/office/drawing/2014/main" id="{5F1D5636-1F72-42D1-BA01-251E99FF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914650"/>
            <a:ext cx="554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58F"/>
                </a:solidFill>
              </a:defRPr>
            </a:pPr>
            <a:r>
              <a:rPr sz="1125">
                <a:solidFill>
                  <a:srgbClr val="60758F"/>
                </a:solidFill>
              </a:rPr>
              <a:t>Uploaded media / 2.4 MB</a:t>
            </a:r>
          </a:p>
        </p:txBody>
      </p:sp>
      <p:sp>
        <p:nvSpPr>
          <p:cNvPr id="31" name="mini-mark-295">
            <a:extLst xmlns:a="http://schemas.openxmlformats.org/drawingml/2006/main">
              <a:ext uri="{FF2B5EF4-FFF2-40B4-BE49-F238E27FC236}">
                <a16:creationId xmlns:a16="http://schemas.microsoft.com/office/drawing/2014/main" id="{92EFDC4F-FB7A-421E-9FBC-1128067C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2004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32" name="text-297">
            <a:extLst xmlns:a="http://schemas.openxmlformats.org/drawingml/2006/main">
              <a:ext uri="{FF2B5EF4-FFF2-40B4-BE49-F238E27FC236}">
                <a16:creationId xmlns:a16="http://schemas.microsoft.com/office/drawing/2014/main" id="{CA06727F-D57F-434C-BFBF-233B4A3C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181350"/>
            <a:ext cx="5543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02F"/>
                </a:solidFill>
              </a:defRPr>
            </a:pPr>
            <a:r>
              <a:rPr sz="1350" b="1">
                <a:solidFill>
                  <a:srgbClr val="16202F"/>
                </a:solidFill>
              </a:rPr>
              <a:t>faq.md</a:t>
            </a:r>
          </a:p>
        </p:txBody>
      </p:sp>
      <p:sp>
        <p:nvSpPr>
          <p:cNvPr id="33" name="text-298">
            <a:extLst xmlns:a="http://schemas.openxmlformats.org/drawingml/2006/main">
              <a:ext uri="{FF2B5EF4-FFF2-40B4-BE49-F238E27FC236}">
                <a16:creationId xmlns:a16="http://schemas.microsoft.com/office/drawing/2014/main" id="{BC146812-D46B-4D3C-925F-8DD23A8B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409950"/>
            <a:ext cx="554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58F"/>
                </a:solidFill>
              </a:defRPr>
            </a:pPr>
            <a:r>
              <a:rPr sz="1125">
                <a:solidFill>
                  <a:srgbClr val="60758F"/>
                </a:solidFill>
              </a:rPr>
              <a:t>Seed docs / 18 KB</a:t>
            </a:r>
          </a:p>
        </p:txBody>
      </p:sp>
      <p:sp>
        <p:nvSpPr>
          <p:cNvPr id="34" name="mini-mark-300">
            <a:extLst xmlns:a="http://schemas.openxmlformats.org/drawingml/2006/main">
              <a:ext uri="{FF2B5EF4-FFF2-40B4-BE49-F238E27FC236}">
                <a16:creationId xmlns:a16="http://schemas.microsoft.com/office/drawing/2014/main" id="{92229220-9977-4E1D-AA8B-B82B2402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36957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35" name="text-302">
            <a:extLst xmlns:a="http://schemas.openxmlformats.org/drawingml/2006/main">
              <a:ext uri="{FF2B5EF4-FFF2-40B4-BE49-F238E27FC236}">
                <a16:creationId xmlns:a16="http://schemas.microsoft.com/office/drawing/2014/main" id="{534907D0-4997-4FE1-ABC9-4CC8332A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676650"/>
            <a:ext cx="5543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02F"/>
                </a:solidFill>
              </a:defRPr>
            </a:pPr>
            <a:r>
              <a:rPr sz="1350" b="1">
                <a:solidFill>
                  <a:srgbClr val="16202F"/>
                </a:solidFill>
              </a:rPr>
              <a:t>translation.xliff</a:t>
            </a:r>
          </a:p>
        </p:txBody>
      </p:sp>
      <p:sp>
        <p:nvSpPr>
          <p:cNvPr id="36" name="text-303">
            <a:extLst xmlns:a="http://schemas.openxmlformats.org/drawingml/2006/main">
              <a:ext uri="{FF2B5EF4-FFF2-40B4-BE49-F238E27FC236}">
                <a16:creationId xmlns:a16="http://schemas.microsoft.com/office/drawing/2014/main" id="{7C996CB3-CD5C-444E-8F28-A0B3E17C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924300"/>
            <a:ext cx="554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58F"/>
                </a:solidFill>
              </a:defRPr>
            </a:pPr>
            <a:r>
              <a:rPr sz="1125">
                <a:solidFill>
                  <a:srgbClr val="60758F"/>
                </a:solidFill>
              </a:rPr>
              <a:t>Uploaded media / 140 KB</a:t>
            </a:r>
          </a:p>
        </p:txBody>
      </p:sp>
      <p:sp>
        <p:nvSpPr>
          <p:cNvPr id="37" name="mini-mark-305">
            <a:extLst xmlns:a="http://schemas.openxmlformats.org/drawingml/2006/main">
              <a:ext uri="{FF2B5EF4-FFF2-40B4-BE49-F238E27FC236}">
                <a16:creationId xmlns:a16="http://schemas.microsoft.com/office/drawing/2014/main" id="{159FE938-D5F5-4AD4-AC5B-0B0F7C54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1910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38" name="text-307">
            <a:extLst xmlns:a="http://schemas.openxmlformats.org/drawingml/2006/main">
              <a:ext uri="{FF2B5EF4-FFF2-40B4-BE49-F238E27FC236}">
                <a16:creationId xmlns:a16="http://schemas.microsoft.com/office/drawing/2014/main" id="{7870E7A2-9C4C-4D4B-A07E-E6ABBE61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4191000"/>
            <a:ext cx="5543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02F"/>
                </a:solidFill>
              </a:defRPr>
            </a:pPr>
            <a:r>
              <a:rPr sz="1350" b="1">
                <a:solidFill>
                  <a:srgbClr val="16202F"/>
                </a:solidFill>
              </a:rPr>
              <a:t>manual.docx</a:t>
            </a:r>
          </a:p>
        </p:txBody>
      </p:sp>
      <p:sp>
        <p:nvSpPr>
          <p:cNvPr id="39" name="text-308">
            <a:extLst xmlns:a="http://schemas.openxmlformats.org/drawingml/2006/main">
              <a:ext uri="{FF2B5EF4-FFF2-40B4-BE49-F238E27FC236}">
                <a16:creationId xmlns:a16="http://schemas.microsoft.com/office/drawing/2014/main" id="{BD43E11D-422D-4227-8C35-D825AA89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4419600"/>
            <a:ext cx="5543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58F"/>
                </a:solidFill>
              </a:defRPr>
            </a:pPr>
            <a:r>
              <a:rPr sz="1125">
                <a:solidFill>
                  <a:srgbClr val="60758F"/>
                </a:solidFill>
              </a:rPr>
              <a:t>Uploaded media / 820 KB</a:t>
            </a:r>
          </a:p>
        </p:txBody>
      </p:sp>
      <p:sp>
        <p:nvSpPr>
          <p:cNvPr id="40" name="text-325">
            <a:extLst xmlns:a="http://schemas.openxmlformats.org/drawingml/2006/main">
              <a:ext uri="{FF2B5EF4-FFF2-40B4-BE49-F238E27FC236}">
                <a16:creationId xmlns:a16="http://schemas.microsoft.com/office/drawing/2014/main" id="{EEA44D82-BDE2-40B1-B73B-4BBD080E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00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58F"/>
                </a:solidFill>
              </a:defRPr>
            </a:pPr>
            <a:r>
              <a:rPr sz="1050">
                <a:solidFill>
                  <a:srgbClr val="60758F"/>
                </a:solidFill>
              </a:rPr>
              <a:t>CMS AI product overview</a:t>
            </a:r>
          </a:p>
        </p:txBody>
      </p:sp>
      <p:sp>
        <p:nvSpPr>
          <p:cNvPr id="41" name="text-326">
            <a:extLst xmlns:a="http://schemas.openxmlformats.org/drawingml/2006/main">
              <a:ext uri="{FF2B5EF4-FFF2-40B4-BE49-F238E27FC236}">
                <a16:creationId xmlns:a16="http://schemas.microsoft.com/office/drawing/2014/main" id="{9BDAA9CB-8F56-4E9C-907F-4C82B839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6012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6B6F"/>
                </a:solidFill>
              </a:defRPr>
            </a:pPr>
            <a:r>
              <a:rPr sz="1050" b="1">
                <a:solidFill>
                  <a:srgbClr val="0B6B6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24719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395">
            <a:extLst xmlns:a="http://schemas.openxmlformats.org/drawingml/2006/main">
              <a:ext uri="{FF2B5EF4-FFF2-40B4-BE49-F238E27FC236}">
                <a16:creationId xmlns:a16="http://schemas.microsoft.com/office/drawing/2014/main" id="{9EF4D526-6491-4C46-8010-324A03B2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</p:spPr>
      </p:sp>
      <p:sp>
        <p:nvSpPr>
          <p:cNvPr id="2" name="accent-strip-396">
            <a:extLst xmlns:a="http://schemas.openxmlformats.org/drawingml/2006/main">
              <a:ext uri="{FF2B5EF4-FFF2-40B4-BE49-F238E27FC236}">
                <a16:creationId xmlns:a16="http://schemas.microsoft.com/office/drawing/2014/main" id="{1A0B9D9B-D142-46A3-9585-DC62912D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3" name="text-399">
            <a:extLst xmlns:a="http://schemas.openxmlformats.org/drawingml/2006/main">
              <a:ext uri="{FF2B5EF4-FFF2-40B4-BE49-F238E27FC236}">
                <a16:creationId xmlns:a16="http://schemas.microsoft.com/office/drawing/2014/main" id="{C81EC4C0-CE39-4B89-BA5E-63C7B8FC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6B6F"/>
                </a:solidFill>
              </a:defRPr>
            </a:pPr>
            <a:r>
              <a:rPr sz="1200" b="1">
                <a:solidFill>
                  <a:srgbClr val="0B6B6F"/>
                </a:solidFill>
              </a:rPr>
              <a:t>ASK WORKFLOW</a:t>
            </a:r>
          </a:p>
        </p:txBody>
      </p:sp>
      <p:sp>
        <p:nvSpPr>
          <p:cNvPr id="4" name="text-400">
            <a:extLst xmlns:a="http://schemas.openxmlformats.org/drawingml/2006/main">
              <a:ext uri="{FF2B5EF4-FFF2-40B4-BE49-F238E27FC236}">
                <a16:creationId xmlns:a16="http://schemas.microsoft.com/office/drawing/2014/main" id="{9440B6B6-D0EC-4960-B913-A32346E2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16649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202F"/>
                </a:solidFill>
              </a:defRPr>
            </a:pPr>
            <a:r>
              <a:rPr sz="4200" b="1">
                <a:solidFill>
                  <a:srgbClr val="16202F"/>
                </a:solidFill>
              </a:rPr>
              <a:t>Сначала источники, потом ответ</a:t>
            </a:r>
          </a:p>
        </p:txBody>
      </p:sp>
      <p:sp>
        <p:nvSpPr>
          <p:cNvPr id="5" name="text-401">
            <a:extLst xmlns:a="http://schemas.openxmlformats.org/drawingml/2006/main">
              <a:ext uri="{FF2B5EF4-FFF2-40B4-BE49-F238E27FC236}">
                <a16:creationId xmlns:a16="http://schemas.microsoft.com/office/drawing/2014/main" id="{A58C5345-C621-4EBE-AA7B-175FE396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11925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0758F"/>
                </a:solidFill>
              </a:defRPr>
            </a:pPr>
            <a:r>
              <a:rPr sz="1950">
                <a:solidFill>
                  <a:srgbClr val="60758F"/>
                </a:solidFill>
              </a:rPr>
              <a:t>Workbench показывает контекст до вызова AI, чтобы тестировщик доверял результату и видел, откуда взят ответ.</a:t>
            </a:r>
          </a:p>
        </p:txBody>
      </p:sp>
      <p:sp>
        <p:nvSpPr>
          <p:cNvPr id="6" name="mock-window-368">
            <a:extLst xmlns:a="http://schemas.openxmlformats.org/drawingml/2006/main">
              <a:ext uri="{FF2B5EF4-FFF2-40B4-BE49-F238E27FC236}">
                <a16:creationId xmlns:a16="http://schemas.microsoft.com/office/drawing/2014/main" id="{9D08D1FE-425D-4CD1-ABDA-CBCEB217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9820"/>
            <a:ext cx="8529066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dot-1-371">
            <a:extLst xmlns:a="http://schemas.openxmlformats.org/drawingml/2006/main">
              <a:ext uri="{FF2B5EF4-FFF2-40B4-BE49-F238E27FC236}">
                <a16:creationId xmlns:a16="http://schemas.microsoft.com/office/drawing/2014/main" id="{93E6FCFB-379E-479C-96BF-799250BB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B5D"/>
          </a:solidFill>
        </p:spPr>
      </p:sp>
      <p:sp>
        <p:nvSpPr>
          <p:cNvPr id="8" name="dot-2-372">
            <a:extLst xmlns:a="http://schemas.openxmlformats.org/drawingml/2006/main">
              <a:ext uri="{FF2B5EF4-FFF2-40B4-BE49-F238E27FC236}">
                <a16:creationId xmlns:a16="http://schemas.microsoft.com/office/drawing/2014/main" id="{D8F0D54C-6601-43DB-8B63-9D6F93B6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14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84D"/>
          </a:solidFill>
        </p:spPr>
      </p:sp>
      <p:sp>
        <p:nvSpPr>
          <p:cNvPr id="9" name="dot-3-373">
            <a:extLst xmlns:a="http://schemas.openxmlformats.org/drawingml/2006/main">
              <a:ext uri="{FF2B5EF4-FFF2-40B4-BE49-F238E27FC236}">
                <a16:creationId xmlns:a16="http://schemas.microsoft.com/office/drawing/2014/main" id="{0584E89B-3D46-440E-9821-349DC3B9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14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78"/>
          </a:solidFill>
        </p:spPr>
      </p:sp>
      <p:sp>
        <p:nvSpPr>
          <p:cNvPr id="10" name="text-374">
            <a:extLst xmlns:a="http://schemas.openxmlformats.org/drawingml/2006/main">
              <a:ext uri="{FF2B5EF4-FFF2-40B4-BE49-F238E27FC236}">
                <a16:creationId xmlns:a16="http://schemas.microsoft.com/office/drawing/2014/main" id="{E013842A-37B5-4DB4-9447-658258FE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14600"/>
            <a:ext cx="7677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202F"/>
                </a:solidFill>
              </a:defRPr>
            </a:pPr>
            <a:r>
              <a:rPr sz="1200" b="1">
                <a:solidFill>
                  <a:srgbClr val="16202F"/>
                </a:solidFill>
              </a:rPr>
              <a:t>AI Workbench / Ask</a:t>
            </a:r>
          </a:p>
        </p:txBody>
      </p:sp>
      <p:sp>
        <p:nvSpPr>
          <p:cNvPr id="11" name="product-panel-331">
            <a:extLst xmlns:a="http://schemas.openxmlformats.org/drawingml/2006/main">
              <a:ext uri="{FF2B5EF4-FFF2-40B4-BE49-F238E27FC236}">
                <a16:creationId xmlns:a16="http://schemas.microsoft.com/office/drawing/2014/main" id="{A21F7A69-4CCC-4DF8-942B-A328202A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9420"/>
            <a:ext cx="3695532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panel-mark-334">
            <a:extLst xmlns:a="http://schemas.openxmlformats.org/drawingml/2006/main">
              <a:ext uri="{FF2B5EF4-FFF2-40B4-BE49-F238E27FC236}">
                <a16:creationId xmlns:a16="http://schemas.microsoft.com/office/drawing/2014/main" id="{3D4F0371-C1BE-4113-934E-1172D178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04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13" name="text-335">
            <a:extLst xmlns:a="http://schemas.openxmlformats.org/drawingml/2006/main">
              <a:ext uri="{FF2B5EF4-FFF2-40B4-BE49-F238E27FC236}">
                <a16:creationId xmlns:a16="http://schemas.microsoft.com/office/drawing/2014/main" id="{E913C496-5C1B-470B-8FFE-26B6A5B3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81350"/>
            <a:ext cx="297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Question</a:t>
            </a:r>
          </a:p>
        </p:txBody>
      </p:sp>
      <p:sp>
        <p:nvSpPr>
          <p:cNvPr id="14" name="text-336">
            <a:extLst xmlns:a="http://schemas.openxmlformats.org/drawingml/2006/main">
              <a:ext uri="{FF2B5EF4-FFF2-40B4-BE49-F238E27FC236}">
                <a16:creationId xmlns:a16="http://schemas.microsoft.com/office/drawing/2014/main" id="{B981C355-C0C3-4E15-97F5-846E26DC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Что должен проверить тестировщик?</a:t>
            </a:r>
          </a:p>
        </p:txBody>
      </p:sp>
      <p:sp>
        <p:nvSpPr>
          <p:cNvPr id="15" name="product-panel-337">
            <a:extLst xmlns:a="http://schemas.openxmlformats.org/drawingml/2006/main">
              <a:ext uri="{FF2B5EF4-FFF2-40B4-BE49-F238E27FC236}">
                <a16:creationId xmlns:a16="http://schemas.microsoft.com/office/drawing/2014/main" id="{97AFDA1C-C22F-41D2-A558-DA64DEB9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3695532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panel-mark-340">
            <a:extLst xmlns:a="http://schemas.openxmlformats.org/drawingml/2006/main">
              <a:ext uri="{FF2B5EF4-FFF2-40B4-BE49-F238E27FC236}">
                <a16:creationId xmlns:a16="http://schemas.microsoft.com/office/drawing/2014/main" id="{7ABE4653-1ECF-4FB4-ABDD-9C3BE7EA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17" name="text-341">
            <a:extLst xmlns:a="http://schemas.openxmlformats.org/drawingml/2006/main">
              <a:ext uri="{FF2B5EF4-FFF2-40B4-BE49-F238E27FC236}">
                <a16:creationId xmlns:a16="http://schemas.microsoft.com/office/drawing/2014/main" id="{606E99D3-32B7-439C-9C47-EFFFF7D6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297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Scope</a:t>
            </a:r>
          </a:p>
        </p:txBody>
      </p:sp>
      <p:sp>
        <p:nvSpPr>
          <p:cNvPr id="18" name="text-342">
            <a:extLst xmlns:a="http://schemas.openxmlformats.org/drawingml/2006/main">
              <a:ext uri="{FF2B5EF4-FFF2-40B4-BE49-F238E27FC236}">
                <a16:creationId xmlns:a16="http://schemas.microsoft.com/office/drawing/2014/main" id="{EE207C93-81FA-4CB6-A8CF-9395570F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Folder, PDF, chunks, limits</a:t>
            </a:r>
          </a:p>
        </p:txBody>
      </p:sp>
      <p:sp>
        <p:nvSpPr>
          <p:cNvPr id="19" name="product-panel-343">
            <a:extLst xmlns:a="http://schemas.openxmlformats.org/drawingml/2006/main">
              <a:ext uri="{FF2B5EF4-FFF2-40B4-BE49-F238E27FC236}">
                <a16:creationId xmlns:a16="http://schemas.microsoft.com/office/drawing/2014/main" id="{8C33568C-95A3-4CE0-9FA7-7E098A50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88280"/>
            <a:ext cx="3695532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panel-mark-346">
            <a:extLst xmlns:a="http://schemas.openxmlformats.org/drawingml/2006/main">
              <a:ext uri="{FF2B5EF4-FFF2-40B4-BE49-F238E27FC236}">
                <a16:creationId xmlns:a16="http://schemas.microsoft.com/office/drawing/2014/main" id="{A064DEFD-F053-4DFA-BBD9-54254295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864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21" name="text-347">
            <a:extLst xmlns:a="http://schemas.openxmlformats.org/drawingml/2006/main">
              <a:ext uri="{FF2B5EF4-FFF2-40B4-BE49-F238E27FC236}">
                <a16:creationId xmlns:a16="http://schemas.microsoft.com/office/drawing/2014/main" id="{E7F3FDA6-B72F-4A34-9697-911A609A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05450"/>
            <a:ext cx="297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Actions</a:t>
            </a:r>
          </a:p>
        </p:txBody>
      </p:sp>
      <p:sp>
        <p:nvSpPr>
          <p:cNvPr id="22" name="text-348">
            <a:extLst xmlns:a="http://schemas.openxmlformats.org/drawingml/2006/main">
              <a:ext uri="{FF2B5EF4-FFF2-40B4-BE49-F238E27FC236}">
                <a16:creationId xmlns:a16="http://schemas.microsoft.com/office/drawing/2014/main" id="{581E64B2-8F52-4040-9F31-A89E1D28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8645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Preview sources -&gt; Ask</a:t>
            </a:r>
          </a:p>
        </p:txBody>
      </p:sp>
      <p:sp>
        <p:nvSpPr>
          <p:cNvPr id="23" name="product-panel-350">
            <a:extLst xmlns:a="http://schemas.openxmlformats.org/drawingml/2006/main">
              <a:ext uri="{FF2B5EF4-FFF2-40B4-BE49-F238E27FC236}">
                <a16:creationId xmlns:a16="http://schemas.microsoft.com/office/drawing/2014/main" id="{0FF6BE17-B0F8-4104-BE16-2DA37AD9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532" y="2979420"/>
            <a:ext cx="4338234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panel-mark-353">
            <a:extLst xmlns:a="http://schemas.openxmlformats.org/drawingml/2006/main">
              <a:ext uri="{FF2B5EF4-FFF2-40B4-BE49-F238E27FC236}">
                <a16:creationId xmlns:a16="http://schemas.microsoft.com/office/drawing/2014/main" id="{FBF77605-0EE1-4E6A-988A-DC88BF6C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04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25" name="text-354">
            <a:extLst xmlns:a="http://schemas.openxmlformats.org/drawingml/2006/main">
              <a:ext uri="{FF2B5EF4-FFF2-40B4-BE49-F238E27FC236}">
                <a16:creationId xmlns:a16="http://schemas.microsoft.com/office/drawing/2014/main" id="{E0C35592-8016-4B4D-ACFB-BD069273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361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Sources</a:t>
            </a:r>
          </a:p>
        </p:txBody>
      </p:sp>
      <p:sp>
        <p:nvSpPr>
          <p:cNvPr id="26" name="text-355">
            <a:extLst xmlns:a="http://schemas.openxmlformats.org/drawingml/2006/main">
              <a:ext uri="{FF2B5EF4-FFF2-40B4-BE49-F238E27FC236}">
                <a16:creationId xmlns:a16="http://schemas.microsoft.com/office/drawing/2014/main" id="{3D6CBDB9-21A8-4663-8093-4759E563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814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файлы, score, extractor</a:t>
            </a:r>
          </a:p>
        </p:txBody>
      </p:sp>
      <p:sp>
        <p:nvSpPr>
          <p:cNvPr id="27" name="product-panel-356">
            <a:extLst xmlns:a="http://schemas.openxmlformats.org/drawingml/2006/main">
              <a:ext uri="{FF2B5EF4-FFF2-40B4-BE49-F238E27FC236}">
                <a16:creationId xmlns:a16="http://schemas.microsoft.com/office/drawing/2014/main" id="{3FD9CBD7-8A7E-4010-B679-46462EB1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532" y="4133850"/>
            <a:ext cx="4338234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panel-mark-359">
            <a:extLst xmlns:a="http://schemas.openxmlformats.org/drawingml/2006/main">
              <a:ext uri="{FF2B5EF4-FFF2-40B4-BE49-F238E27FC236}">
                <a16:creationId xmlns:a16="http://schemas.microsoft.com/office/drawing/2014/main" id="{C352F21F-1039-4051-BE54-05B58CC6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434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29" name="text-360">
            <a:extLst xmlns:a="http://schemas.openxmlformats.org/drawingml/2006/main">
              <a:ext uri="{FF2B5EF4-FFF2-40B4-BE49-F238E27FC236}">
                <a16:creationId xmlns:a16="http://schemas.microsoft.com/office/drawing/2014/main" id="{09EA93C7-8647-4025-9FA8-B18CBB67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43400"/>
            <a:ext cx="361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Top chunks</a:t>
            </a:r>
          </a:p>
        </p:txBody>
      </p:sp>
      <p:sp>
        <p:nvSpPr>
          <p:cNvPr id="30" name="text-361">
            <a:extLst xmlns:a="http://schemas.openxmlformats.org/drawingml/2006/main">
              <a:ext uri="{FF2B5EF4-FFF2-40B4-BE49-F238E27FC236}">
                <a16:creationId xmlns:a16="http://schemas.microsoft.com/office/drawing/2014/main" id="{8511648C-8708-4EA2-9207-68CC212A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4345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фрагменты контекста</a:t>
            </a:r>
          </a:p>
        </p:txBody>
      </p:sp>
      <p:sp>
        <p:nvSpPr>
          <p:cNvPr id="31" name="product-panel-362">
            <a:extLst xmlns:a="http://schemas.openxmlformats.org/drawingml/2006/main">
              <a:ext uri="{FF2B5EF4-FFF2-40B4-BE49-F238E27FC236}">
                <a16:creationId xmlns:a16="http://schemas.microsoft.com/office/drawing/2014/main" id="{394E54B3-6D89-412B-810E-4D2E5B5C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532" y="5288280"/>
            <a:ext cx="4338234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panel-mark-365">
            <a:extLst xmlns:a="http://schemas.openxmlformats.org/drawingml/2006/main">
              <a:ext uri="{FF2B5EF4-FFF2-40B4-BE49-F238E27FC236}">
                <a16:creationId xmlns:a16="http://schemas.microsoft.com/office/drawing/2014/main" id="{E6368388-0372-47E9-B8DF-BD6AA064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864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33" name="text-366">
            <a:extLst xmlns:a="http://schemas.openxmlformats.org/drawingml/2006/main">
              <a:ext uri="{FF2B5EF4-FFF2-40B4-BE49-F238E27FC236}">
                <a16:creationId xmlns:a16="http://schemas.microsoft.com/office/drawing/2014/main" id="{B5BA33DA-7318-475A-B209-055D9F76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505450"/>
            <a:ext cx="361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Answer</a:t>
            </a:r>
          </a:p>
        </p:txBody>
      </p:sp>
      <p:sp>
        <p:nvSpPr>
          <p:cNvPr id="34" name="text-367">
            <a:extLst xmlns:a="http://schemas.openxmlformats.org/drawingml/2006/main">
              <a:ext uri="{FF2B5EF4-FFF2-40B4-BE49-F238E27FC236}">
                <a16:creationId xmlns:a16="http://schemas.microsoft.com/office/drawing/2014/main" id="{68DA9E08-BA37-42DC-B55A-F727B52C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8645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ответ по выбранным источникам</a:t>
            </a:r>
          </a:p>
        </p:txBody>
      </p:sp>
      <p:sp>
        <p:nvSpPr>
          <p:cNvPr id="35" name="product-panel-376">
            <a:extLst xmlns:a="http://schemas.openxmlformats.org/drawingml/2006/main">
              <a:ext uri="{FF2B5EF4-FFF2-40B4-BE49-F238E27FC236}">
                <a16:creationId xmlns:a16="http://schemas.microsoft.com/office/drawing/2014/main" id="{72C58EF1-C668-48D5-AA18-EDD94C64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5866" y="2369820"/>
            <a:ext cx="7872984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6" name="panel-mark-379">
            <a:extLst xmlns:a="http://schemas.openxmlformats.org/drawingml/2006/main">
              <a:ext uri="{FF2B5EF4-FFF2-40B4-BE49-F238E27FC236}">
                <a16:creationId xmlns:a16="http://schemas.microsoft.com/office/drawing/2014/main" id="{A8E2C6BD-70D1-40D9-99B5-D2CABD79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908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37" name="text-380">
            <a:extLst xmlns:a="http://schemas.openxmlformats.org/drawingml/2006/main">
              <a:ext uri="{FF2B5EF4-FFF2-40B4-BE49-F238E27FC236}">
                <a16:creationId xmlns:a16="http://schemas.microsoft.com/office/drawing/2014/main" id="{AFA1225B-DA2E-467E-83BB-77F7C573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71750"/>
            <a:ext cx="7143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1. Scope</a:t>
            </a:r>
          </a:p>
        </p:txBody>
      </p:sp>
      <p:sp>
        <p:nvSpPr>
          <p:cNvPr id="38" name="text-381">
            <a:extLst xmlns:a="http://schemas.openxmlformats.org/drawingml/2006/main">
              <a:ext uri="{FF2B5EF4-FFF2-40B4-BE49-F238E27FC236}">
                <a16:creationId xmlns:a16="http://schemas.microsoft.com/office/drawing/2014/main" id="{4107B6B3-74C0-40C6-8906-DC229E58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71800"/>
            <a:ext cx="733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Выбрать папку, включить PDF, задать лимиты файлов и фрагментов.</a:t>
            </a:r>
          </a:p>
        </p:txBody>
      </p:sp>
      <p:sp>
        <p:nvSpPr>
          <p:cNvPr id="39" name="product-panel-382">
            <a:extLst xmlns:a="http://schemas.openxmlformats.org/drawingml/2006/main">
              <a:ext uri="{FF2B5EF4-FFF2-40B4-BE49-F238E27FC236}">
                <a16:creationId xmlns:a16="http://schemas.microsoft.com/office/drawing/2014/main" id="{B210250C-4614-4DD4-985E-5997134E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5866" y="3562350"/>
            <a:ext cx="7872984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0" name="panel-mark-385">
            <a:extLst xmlns:a="http://schemas.openxmlformats.org/drawingml/2006/main">
              <a:ext uri="{FF2B5EF4-FFF2-40B4-BE49-F238E27FC236}">
                <a16:creationId xmlns:a16="http://schemas.microsoft.com/office/drawing/2014/main" id="{4AD6C60E-1FB0-433A-8151-AE35C7D1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719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41" name="text-386">
            <a:extLst xmlns:a="http://schemas.openxmlformats.org/drawingml/2006/main">
              <a:ext uri="{FF2B5EF4-FFF2-40B4-BE49-F238E27FC236}">
                <a16:creationId xmlns:a16="http://schemas.microsoft.com/office/drawing/2014/main" id="{BE934199-412A-4389-B7F0-DED7D160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71900"/>
            <a:ext cx="7143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2. Preview sources</a:t>
            </a:r>
          </a:p>
        </p:txBody>
      </p:sp>
      <p:sp>
        <p:nvSpPr>
          <p:cNvPr id="42" name="text-387">
            <a:extLst xmlns:a="http://schemas.openxmlformats.org/drawingml/2006/main">
              <a:ext uri="{FF2B5EF4-FFF2-40B4-BE49-F238E27FC236}">
                <a16:creationId xmlns:a16="http://schemas.microsoft.com/office/drawing/2014/main" id="{0B0F570E-A092-4DC6-94E1-6996EB4E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71950"/>
            <a:ext cx="733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Проверить найденные документы и top chunks без генерации ответа.</a:t>
            </a:r>
          </a:p>
        </p:txBody>
      </p:sp>
      <p:sp>
        <p:nvSpPr>
          <p:cNvPr id="43" name="product-panel-388">
            <a:extLst xmlns:a="http://schemas.openxmlformats.org/drawingml/2006/main">
              <a:ext uri="{FF2B5EF4-FFF2-40B4-BE49-F238E27FC236}">
                <a16:creationId xmlns:a16="http://schemas.microsoft.com/office/drawing/2014/main" id="{05A59544-9D6D-49B5-8200-FB83460A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5866" y="4754880"/>
            <a:ext cx="7872984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4" name="panel-mark-391">
            <a:extLst xmlns:a="http://schemas.openxmlformats.org/drawingml/2006/main">
              <a:ext uri="{FF2B5EF4-FFF2-40B4-BE49-F238E27FC236}">
                <a16:creationId xmlns:a16="http://schemas.microsoft.com/office/drawing/2014/main" id="{58A57DF9-C5FD-428B-B8A2-7235F321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53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45" name="text-392">
            <a:extLst xmlns:a="http://schemas.openxmlformats.org/drawingml/2006/main">
              <a:ext uri="{FF2B5EF4-FFF2-40B4-BE49-F238E27FC236}">
                <a16:creationId xmlns:a16="http://schemas.microsoft.com/office/drawing/2014/main" id="{7671E635-256D-4526-AAE1-96D2137D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72050"/>
            <a:ext cx="7143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3. Ask</a:t>
            </a:r>
          </a:p>
        </p:txBody>
      </p:sp>
      <p:sp>
        <p:nvSpPr>
          <p:cNvPr id="46" name="text-393">
            <a:extLst xmlns:a="http://schemas.openxmlformats.org/drawingml/2006/main">
              <a:ext uri="{FF2B5EF4-FFF2-40B4-BE49-F238E27FC236}">
                <a16:creationId xmlns:a16="http://schemas.microsoft.com/office/drawing/2014/main" id="{2E801E7F-0585-4C0E-8D3D-E04351DF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353050"/>
            <a:ext cx="733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Получить ответ с опорой на выбранные источники и затем сохранить вывод в Test Runs.</a:t>
            </a:r>
          </a:p>
        </p:txBody>
      </p:sp>
      <p:sp>
        <p:nvSpPr>
          <p:cNvPr id="47" name="text-403">
            <a:extLst xmlns:a="http://schemas.openxmlformats.org/drawingml/2006/main">
              <a:ext uri="{FF2B5EF4-FFF2-40B4-BE49-F238E27FC236}">
                <a16:creationId xmlns:a16="http://schemas.microsoft.com/office/drawing/2014/main" id="{84375DE8-E0A3-491E-B177-79DB130C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00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58F"/>
                </a:solidFill>
              </a:defRPr>
            </a:pPr>
            <a:r>
              <a:rPr sz="1050">
                <a:solidFill>
                  <a:srgbClr val="60758F"/>
                </a:solidFill>
              </a:rPr>
              <a:t>CMS AI product overview</a:t>
            </a:r>
          </a:p>
        </p:txBody>
      </p:sp>
      <p:sp>
        <p:nvSpPr>
          <p:cNvPr id="48" name="text-404">
            <a:extLst xmlns:a="http://schemas.openxmlformats.org/drawingml/2006/main">
              <a:ext uri="{FF2B5EF4-FFF2-40B4-BE49-F238E27FC236}">
                <a16:creationId xmlns:a16="http://schemas.microsoft.com/office/drawing/2014/main" id="{15BCE719-9BAF-4A3E-BB9F-7AEEFAB5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6012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6B6F"/>
                </a:solidFill>
              </a:defRPr>
            </a:pPr>
            <a:r>
              <a:rPr sz="1050" b="1">
                <a:solidFill>
                  <a:srgbClr val="0B6B6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12483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432">
            <a:extLst xmlns:a="http://schemas.openxmlformats.org/drawingml/2006/main">
              <a:ext uri="{FF2B5EF4-FFF2-40B4-BE49-F238E27FC236}">
                <a16:creationId xmlns:a16="http://schemas.microsoft.com/office/drawing/2014/main" id="{449C68AD-511C-42B9-AABA-CE14F563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</p:spPr>
      </p:sp>
      <p:sp>
        <p:nvSpPr>
          <p:cNvPr id="2" name="accent-strip-433">
            <a:extLst xmlns:a="http://schemas.openxmlformats.org/drawingml/2006/main">
              <a:ext uri="{FF2B5EF4-FFF2-40B4-BE49-F238E27FC236}">
                <a16:creationId xmlns:a16="http://schemas.microsoft.com/office/drawing/2014/main" id="{12BDEBE3-C088-45B7-851B-DB3A3668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3" name="text-436">
            <a:extLst xmlns:a="http://schemas.openxmlformats.org/drawingml/2006/main">
              <a:ext uri="{FF2B5EF4-FFF2-40B4-BE49-F238E27FC236}">
                <a16:creationId xmlns:a16="http://schemas.microsoft.com/office/drawing/2014/main" id="{BCCBDC7E-05C1-4C6D-A3C9-FB0F80D7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6B6F"/>
                </a:solidFill>
              </a:defRPr>
            </a:pPr>
            <a:r>
              <a:rPr sz="1200" b="1">
                <a:solidFill>
                  <a:srgbClr val="0B6B6F"/>
                </a:solidFill>
              </a:rPr>
              <a:t>TEST RUNS</a:t>
            </a:r>
          </a:p>
        </p:txBody>
      </p:sp>
      <p:sp>
        <p:nvSpPr>
          <p:cNvPr id="4" name="text-437">
            <a:extLst xmlns:a="http://schemas.openxmlformats.org/drawingml/2006/main">
              <a:ext uri="{FF2B5EF4-FFF2-40B4-BE49-F238E27FC236}">
                <a16:creationId xmlns:a16="http://schemas.microsoft.com/office/drawing/2014/main" id="{71F7FB39-4AA7-4545-A789-D7710E0C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16649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202F"/>
                </a:solidFill>
              </a:defRPr>
            </a:pPr>
            <a:r>
              <a:rPr sz="4200" b="1">
                <a:solidFill>
                  <a:srgbClr val="16202F"/>
                </a:solidFill>
              </a:rPr>
              <a:t>Test Runs превращают проверку в историю решений</a:t>
            </a:r>
          </a:p>
        </p:txBody>
      </p:sp>
      <p:sp>
        <p:nvSpPr>
          <p:cNvPr id="5" name="text-438">
            <a:extLst xmlns:a="http://schemas.openxmlformats.org/drawingml/2006/main">
              <a:ext uri="{FF2B5EF4-FFF2-40B4-BE49-F238E27FC236}">
                <a16:creationId xmlns:a16="http://schemas.microsoft.com/office/drawing/2014/main" id="{1D3FE366-2816-47FB-A22B-36322944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11715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0758F"/>
                </a:solidFill>
              </a:defRPr>
            </a:pPr>
            <a:r>
              <a:rPr sz="1950">
                <a:solidFill>
                  <a:srgbClr val="60758F"/>
                </a:solidFill>
              </a:rPr>
              <a:t>Это журнал QA: какой вопрос задавали, какой ответ получили, какие источники использовались и как оценили результат.</a:t>
            </a:r>
          </a:p>
        </p:txBody>
      </p:sp>
      <p:sp>
        <p:nvSpPr>
          <p:cNvPr id="6" name="product-panel-407">
            <a:extLst xmlns:a="http://schemas.openxmlformats.org/drawingml/2006/main">
              <a:ext uri="{FF2B5EF4-FFF2-40B4-BE49-F238E27FC236}">
                <a16:creationId xmlns:a16="http://schemas.microsoft.com/office/drawing/2014/main" id="{726342BA-3D1C-4EFA-A386-D96E6A76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9820"/>
            <a:ext cx="5435600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panel-mark-410">
            <a:extLst xmlns:a="http://schemas.openxmlformats.org/drawingml/2006/main">
              <a:ext uri="{FF2B5EF4-FFF2-40B4-BE49-F238E27FC236}">
                <a16:creationId xmlns:a16="http://schemas.microsoft.com/office/drawing/2014/main" id="{7E18EBAB-DA2E-4576-9243-1CD52749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8" name="text-411">
            <a:extLst xmlns:a="http://schemas.openxmlformats.org/drawingml/2006/main">
              <a:ext uri="{FF2B5EF4-FFF2-40B4-BE49-F238E27FC236}">
                <a16:creationId xmlns:a16="http://schemas.microsoft.com/office/drawing/2014/main" id="{30A3D0D0-FBAA-4729-9615-CE2DA3D2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7175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Project + Prompt</a:t>
            </a:r>
          </a:p>
        </p:txBody>
      </p:sp>
      <p:sp>
        <p:nvSpPr>
          <p:cNvPr id="9" name="text-412">
            <a:extLst xmlns:a="http://schemas.openxmlformats.org/drawingml/2006/main">
              <a:ext uri="{FF2B5EF4-FFF2-40B4-BE49-F238E27FC236}">
                <a16:creationId xmlns:a16="http://schemas.microsoft.com/office/drawing/2014/main" id="{EB39CD94-D38D-440B-9C54-81103DB6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Связь с целью проверки и используемым шаблоном запроса.</a:t>
            </a:r>
          </a:p>
        </p:txBody>
      </p:sp>
      <p:sp>
        <p:nvSpPr>
          <p:cNvPr id="10" name="product-panel-413">
            <a:extLst xmlns:a="http://schemas.openxmlformats.org/drawingml/2006/main">
              <a:ext uri="{FF2B5EF4-FFF2-40B4-BE49-F238E27FC236}">
                <a16:creationId xmlns:a16="http://schemas.microsoft.com/office/drawing/2014/main" id="{EDBED496-93BF-46AE-8E27-41E55540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369820"/>
            <a:ext cx="5435600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panel-mark-416">
            <a:extLst xmlns:a="http://schemas.openxmlformats.org/drawingml/2006/main">
              <a:ext uri="{FF2B5EF4-FFF2-40B4-BE49-F238E27FC236}">
                <a16:creationId xmlns:a16="http://schemas.microsoft.com/office/drawing/2014/main" id="{A43A68F9-5F50-403E-97C0-3BCE102A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12" name="text-417">
            <a:extLst xmlns:a="http://schemas.openxmlformats.org/drawingml/2006/main">
              <a:ext uri="{FF2B5EF4-FFF2-40B4-BE49-F238E27FC236}">
                <a16:creationId xmlns:a16="http://schemas.microsoft.com/office/drawing/2014/main" id="{6427619F-F85C-407A-9DB2-7BA1C319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Question + Answer</a:t>
            </a:r>
          </a:p>
        </p:txBody>
      </p:sp>
      <p:sp>
        <p:nvSpPr>
          <p:cNvPr id="13" name="text-418">
            <a:extLst xmlns:a="http://schemas.openxmlformats.org/drawingml/2006/main">
              <a:ext uri="{FF2B5EF4-FFF2-40B4-BE49-F238E27FC236}">
                <a16:creationId xmlns:a16="http://schemas.microsoft.com/office/drawing/2014/main" id="{A4F3B8A8-3295-455E-8EB6-202D7D18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718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Фиксация фактической проверки, а не только финальной публикации.</a:t>
            </a:r>
          </a:p>
        </p:txBody>
      </p:sp>
      <p:sp>
        <p:nvSpPr>
          <p:cNvPr id="14" name="product-panel-419">
            <a:extLst xmlns:a="http://schemas.openxmlformats.org/drawingml/2006/main">
              <a:ext uri="{FF2B5EF4-FFF2-40B4-BE49-F238E27FC236}">
                <a16:creationId xmlns:a16="http://schemas.microsoft.com/office/drawing/2014/main" id="{8BBE5C0A-F645-4416-88AA-94574BA1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3250" y="2369820"/>
            <a:ext cx="5435600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panel-mark-422">
            <a:extLst xmlns:a="http://schemas.openxmlformats.org/drawingml/2006/main">
              <a:ext uri="{FF2B5EF4-FFF2-40B4-BE49-F238E27FC236}">
                <a16:creationId xmlns:a16="http://schemas.microsoft.com/office/drawing/2014/main" id="{5CCBBD1A-61A6-4CDE-8FAE-D3CF735D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5908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16" name="text-423">
            <a:extLst xmlns:a="http://schemas.openxmlformats.org/drawingml/2006/main">
              <a:ext uri="{FF2B5EF4-FFF2-40B4-BE49-F238E27FC236}">
                <a16:creationId xmlns:a16="http://schemas.microsoft.com/office/drawing/2014/main" id="{AC77645E-2E6D-4521-BDAD-B951EF79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57175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Sources + Rating</a:t>
            </a:r>
          </a:p>
        </p:txBody>
      </p:sp>
      <p:sp>
        <p:nvSpPr>
          <p:cNvPr id="17" name="text-424">
            <a:extLst xmlns:a="http://schemas.openxmlformats.org/drawingml/2006/main">
              <a:ext uri="{FF2B5EF4-FFF2-40B4-BE49-F238E27FC236}">
                <a16:creationId xmlns:a16="http://schemas.microsoft.com/office/drawing/2014/main" id="{B39B3037-E17B-4910-9C4A-347144B0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9718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Список файлов, score и редакционная оценка: good, okay или bad.</a:t>
            </a:r>
          </a:p>
        </p:txBody>
      </p:sp>
      <p:sp>
        <p:nvSpPr>
          <p:cNvPr id="18" name="product-panel-425">
            <a:extLst xmlns:a="http://schemas.openxmlformats.org/drawingml/2006/main">
              <a:ext uri="{FF2B5EF4-FFF2-40B4-BE49-F238E27FC236}">
                <a16:creationId xmlns:a16="http://schemas.microsoft.com/office/drawing/2014/main" id="{67936731-97BB-4761-B587-89C8FBCF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664970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panel-mark-428">
            <a:extLst xmlns:a="http://schemas.openxmlformats.org/drawingml/2006/main">
              <a:ext uri="{FF2B5EF4-FFF2-40B4-BE49-F238E27FC236}">
                <a16:creationId xmlns:a16="http://schemas.microsoft.com/office/drawing/2014/main" id="{55B93707-8188-411B-A64D-D3597EF8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3"/>
          </a:solidFill>
        </p:spPr>
      </p:sp>
      <p:sp>
        <p:nvSpPr>
          <p:cNvPr id="20" name="text-429">
            <a:extLst xmlns:a="http://schemas.openxmlformats.org/drawingml/2006/main">
              <a:ext uri="{FF2B5EF4-FFF2-40B4-BE49-F238E27FC236}">
                <a16:creationId xmlns:a16="http://schemas.microsoft.com/office/drawing/2014/main" id="{87547CC9-7602-4071-9137-F26A337C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57650"/>
            <a:ext cx="15925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Практический смысл</a:t>
            </a:r>
          </a:p>
        </p:txBody>
      </p:sp>
      <p:sp>
        <p:nvSpPr>
          <p:cNvPr id="21" name="text-430">
            <a:extLst xmlns:a="http://schemas.openxmlformats.org/drawingml/2006/main">
              <a:ext uri="{FF2B5EF4-FFF2-40B4-BE49-F238E27FC236}">
                <a16:creationId xmlns:a16="http://schemas.microsoft.com/office/drawing/2014/main" id="{EF927F81-BC2A-4BAD-9BEC-A51B5A6E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16116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Можно показать заказчику не только красивый ответ, но и доказательство, почему ему можно доверять или почему нужна доработка.</a:t>
            </a:r>
          </a:p>
        </p:txBody>
      </p:sp>
      <p:sp>
        <p:nvSpPr>
          <p:cNvPr id="22" name="text-440">
            <a:extLst xmlns:a="http://schemas.openxmlformats.org/drawingml/2006/main">
              <a:ext uri="{FF2B5EF4-FFF2-40B4-BE49-F238E27FC236}">
                <a16:creationId xmlns:a16="http://schemas.microsoft.com/office/drawing/2014/main" id="{4D3BCDBA-2AFF-4B9E-B656-5994AF15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00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58F"/>
                </a:solidFill>
              </a:defRPr>
            </a:pPr>
            <a:r>
              <a:rPr sz="1050">
                <a:solidFill>
                  <a:srgbClr val="60758F"/>
                </a:solidFill>
              </a:rPr>
              <a:t>CMS AI product overview</a:t>
            </a:r>
          </a:p>
        </p:txBody>
      </p:sp>
      <p:sp>
        <p:nvSpPr>
          <p:cNvPr id="23" name="text-441">
            <a:extLst xmlns:a="http://schemas.openxmlformats.org/drawingml/2006/main">
              <a:ext uri="{FF2B5EF4-FFF2-40B4-BE49-F238E27FC236}">
                <a16:creationId xmlns:a16="http://schemas.microsoft.com/office/drawing/2014/main" id="{713204A1-E04F-4432-959E-5BB97323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6012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6B6F"/>
                </a:solidFill>
              </a:defRPr>
            </a:pPr>
            <a:r>
              <a:rPr sz="1050" b="1">
                <a:solidFill>
                  <a:srgbClr val="0B6B6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2770901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468">
            <a:extLst xmlns:a="http://schemas.openxmlformats.org/drawingml/2006/main">
              <a:ext uri="{FF2B5EF4-FFF2-40B4-BE49-F238E27FC236}">
                <a16:creationId xmlns:a16="http://schemas.microsoft.com/office/drawing/2014/main" id="{033335E0-D2DC-401D-BEF9-B015C933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</p:spPr>
      </p:sp>
      <p:sp>
        <p:nvSpPr>
          <p:cNvPr id="2" name="accent-strip-469">
            <a:extLst xmlns:a="http://schemas.openxmlformats.org/drawingml/2006/main">
              <a:ext uri="{FF2B5EF4-FFF2-40B4-BE49-F238E27FC236}">
                <a16:creationId xmlns:a16="http://schemas.microsoft.com/office/drawing/2014/main" id="{46BEC071-9522-4188-92B4-189CDC00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3" name="text-472">
            <a:extLst xmlns:a="http://schemas.openxmlformats.org/drawingml/2006/main">
              <a:ext uri="{FF2B5EF4-FFF2-40B4-BE49-F238E27FC236}">
                <a16:creationId xmlns:a16="http://schemas.microsoft.com/office/drawing/2014/main" id="{8F4E0371-CEA5-491E-9926-3C1F4B0E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6B6F"/>
                </a:solidFill>
              </a:defRPr>
            </a:pPr>
            <a:r>
              <a:rPr sz="1200" b="1">
                <a:solidFill>
                  <a:srgbClr val="0B6B6F"/>
                </a:solidFill>
              </a:rPr>
              <a:t>SITES</a:t>
            </a:r>
          </a:p>
        </p:txBody>
      </p:sp>
      <p:sp>
        <p:nvSpPr>
          <p:cNvPr id="4" name="text-473">
            <a:extLst xmlns:a="http://schemas.openxmlformats.org/drawingml/2006/main">
              <a:ext uri="{FF2B5EF4-FFF2-40B4-BE49-F238E27FC236}">
                <a16:creationId xmlns:a16="http://schemas.microsoft.com/office/drawing/2014/main" id="{3FA98482-4B22-4AE3-BCB5-38AA3A17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16649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202F"/>
                </a:solidFill>
              </a:defRPr>
            </a:pPr>
            <a:r>
              <a:rPr sz="4200" b="1">
                <a:solidFill>
                  <a:srgbClr val="16202F"/>
                </a:solidFill>
              </a:rPr>
              <a:t>Sites описывают карту управляемых сайтов</a:t>
            </a:r>
          </a:p>
        </p:txBody>
      </p:sp>
      <p:sp>
        <p:nvSpPr>
          <p:cNvPr id="5" name="text-474">
            <a:extLst xmlns:a="http://schemas.openxmlformats.org/drawingml/2006/main">
              <a:ext uri="{FF2B5EF4-FFF2-40B4-BE49-F238E27FC236}">
                <a16:creationId xmlns:a16="http://schemas.microsoft.com/office/drawing/2014/main" id="{C7251C3C-B3B3-4B69-AAC3-E3D9EAB0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937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0758F"/>
                </a:solidFill>
              </a:defRPr>
            </a:pPr>
            <a:r>
              <a:rPr sz="1950">
                <a:solidFill>
                  <a:srgbClr val="60758F"/>
                </a:solidFill>
              </a:rPr>
              <a:t>Система знает, где живет контент, какой у сайта язык, роль, домен и базовый путь блога.</a:t>
            </a:r>
          </a:p>
        </p:txBody>
      </p:sp>
      <p:sp>
        <p:nvSpPr>
          <p:cNvPr id="6" name="product-panel-443">
            <a:extLst xmlns:a="http://schemas.openxmlformats.org/drawingml/2006/main">
              <a:ext uri="{FF2B5EF4-FFF2-40B4-BE49-F238E27FC236}">
                <a16:creationId xmlns:a16="http://schemas.microsoft.com/office/drawing/2014/main" id="{35AD34FA-3479-4FFC-AB64-17CC3062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2640"/>
            <a:ext cx="4033838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panel-mark-446">
            <a:extLst xmlns:a="http://schemas.openxmlformats.org/drawingml/2006/main">
              <a:ext uri="{FF2B5EF4-FFF2-40B4-BE49-F238E27FC236}">
                <a16:creationId xmlns:a16="http://schemas.microsoft.com/office/drawing/2014/main" id="{BB8EFE65-788E-4B86-AD7B-2ECDE29E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8" name="text-447">
            <a:extLst xmlns:a="http://schemas.openxmlformats.org/drawingml/2006/main">
              <a:ext uri="{FF2B5EF4-FFF2-40B4-BE49-F238E27FC236}">
                <a16:creationId xmlns:a16="http://schemas.microsoft.com/office/drawing/2014/main" id="{76041F00-487E-4BF5-A987-510C7CF8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86000"/>
            <a:ext cx="3314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Primary Domain</a:t>
            </a:r>
          </a:p>
        </p:txBody>
      </p:sp>
      <p:sp>
        <p:nvSpPr>
          <p:cNvPr id="9" name="text-448">
            <a:extLst xmlns:a="http://schemas.openxmlformats.org/drawingml/2006/main">
              <a:ext uri="{FF2B5EF4-FFF2-40B4-BE49-F238E27FC236}">
                <a16:creationId xmlns:a16="http://schemas.microsoft.com/office/drawing/2014/main" id="{BA83D145-BF3E-4CAD-93C3-C7935226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3505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Канонический домен сайта. Нужен для корректных ссылок и переходов.</a:t>
            </a:r>
          </a:p>
        </p:txBody>
      </p:sp>
      <p:sp>
        <p:nvSpPr>
          <p:cNvPr id="10" name="product-panel-449">
            <a:extLst xmlns:a="http://schemas.openxmlformats.org/drawingml/2006/main">
              <a:ext uri="{FF2B5EF4-FFF2-40B4-BE49-F238E27FC236}">
                <a16:creationId xmlns:a16="http://schemas.microsoft.com/office/drawing/2014/main" id="{44C41619-C906-450C-9166-2072E84B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38" y="2072640"/>
            <a:ext cx="4033838" cy="1497330"/>
          </a:xfrm>
          <a:prstGeom xmlns:a="http://schemas.openxmlformats.org/drawingml/2006/main" prst="roundRect">
            <a:avLst>
              <a:gd name="adj" fmla="val 50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panel-mark-452">
            <a:extLst xmlns:a="http://schemas.openxmlformats.org/drawingml/2006/main">
              <a:ext uri="{FF2B5EF4-FFF2-40B4-BE49-F238E27FC236}">
                <a16:creationId xmlns:a16="http://schemas.microsoft.com/office/drawing/2014/main" id="{F689217F-AB7B-4F3E-B399-D32488CB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86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12" name="text-453">
            <a:extLst xmlns:a="http://schemas.openxmlformats.org/drawingml/2006/main">
              <a:ext uri="{FF2B5EF4-FFF2-40B4-BE49-F238E27FC236}">
                <a16:creationId xmlns:a16="http://schemas.microsoft.com/office/drawing/2014/main" id="{480F78DE-8FD1-4F3D-92AC-2AB034DA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86000"/>
            <a:ext cx="3314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Locale</a:t>
            </a:r>
          </a:p>
        </p:txBody>
      </p:sp>
      <p:sp>
        <p:nvSpPr>
          <p:cNvPr id="13" name="text-454">
            <a:extLst xmlns:a="http://schemas.openxmlformats.org/drawingml/2006/main">
              <a:ext uri="{FF2B5EF4-FFF2-40B4-BE49-F238E27FC236}">
                <a16:creationId xmlns:a16="http://schemas.microsoft.com/office/drawing/2014/main" id="{BAB87202-3AB6-4717-A116-2BCFECEE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67000"/>
            <a:ext cx="3505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Язык или регион сайта. Используется в редакционной логике и language-switch переходах.</a:t>
            </a:r>
          </a:p>
        </p:txBody>
      </p:sp>
      <p:sp>
        <p:nvSpPr>
          <p:cNvPr id="14" name="product-panel-455">
            <a:extLst xmlns:a="http://schemas.openxmlformats.org/drawingml/2006/main">
              <a:ext uri="{FF2B5EF4-FFF2-40B4-BE49-F238E27FC236}">
                <a16:creationId xmlns:a16="http://schemas.microsoft.com/office/drawing/2014/main" id="{BEA55AC6-30AC-450B-A65E-1520204A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72640"/>
            <a:ext cx="4033838" cy="1497330"/>
          </a:xfrm>
          <a:prstGeom xmlns:a="http://schemas.openxmlformats.org/drawingml/2006/main" prst="roundRect">
            <a:avLst>
              <a:gd name="adj" fmla="val 50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panel-mark-458">
            <a:extLst xmlns:a="http://schemas.openxmlformats.org/drawingml/2006/main">
              <a:ext uri="{FF2B5EF4-FFF2-40B4-BE49-F238E27FC236}">
                <a16:creationId xmlns:a16="http://schemas.microsoft.com/office/drawing/2014/main" id="{35445FA4-7451-4F67-80BA-7A6BB87D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86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16" name="text-459">
            <a:extLst xmlns:a="http://schemas.openxmlformats.org/drawingml/2006/main">
              <a:ext uri="{FF2B5EF4-FFF2-40B4-BE49-F238E27FC236}">
                <a16:creationId xmlns:a16="http://schemas.microsoft.com/office/drawing/2014/main" id="{12BBF8B3-E43A-49F0-8A98-4567BE23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86000"/>
            <a:ext cx="3314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Site Role</a:t>
            </a:r>
          </a:p>
        </p:txBody>
      </p:sp>
      <p:sp>
        <p:nvSpPr>
          <p:cNvPr id="17" name="text-460">
            <a:extLst xmlns:a="http://schemas.openxmlformats.org/drawingml/2006/main">
              <a:ext uri="{FF2B5EF4-FFF2-40B4-BE49-F238E27FC236}">
                <a16:creationId xmlns:a16="http://schemas.microsoft.com/office/drawing/2014/main" id="{BF08F4DB-88E6-4182-96FD-694D62AB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3505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Corporate, content hub, store, support или regional. Помогает понимать назначение destination.</a:t>
            </a:r>
          </a:p>
        </p:txBody>
      </p:sp>
      <p:sp>
        <p:nvSpPr>
          <p:cNvPr id="18" name="product-panel-461">
            <a:extLst xmlns:a="http://schemas.openxmlformats.org/drawingml/2006/main">
              <a:ext uri="{FF2B5EF4-FFF2-40B4-BE49-F238E27FC236}">
                <a16:creationId xmlns:a16="http://schemas.microsoft.com/office/drawing/2014/main" id="{08AE8646-6612-4DF7-A5D3-AF3CAA83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013" y="2072640"/>
            <a:ext cx="4033838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panel-mark-464">
            <a:extLst xmlns:a="http://schemas.openxmlformats.org/drawingml/2006/main">
              <a:ext uri="{FF2B5EF4-FFF2-40B4-BE49-F238E27FC236}">
                <a16:creationId xmlns:a16="http://schemas.microsoft.com/office/drawing/2014/main" id="{828D18EA-71E9-41E3-89BC-5002EC07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286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3"/>
          </a:solidFill>
        </p:spPr>
      </p:sp>
      <p:sp>
        <p:nvSpPr>
          <p:cNvPr id="20" name="text-465">
            <a:extLst xmlns:a="http://schemas.openxmlformats.org/drawingml/2006/main">
              <a:ext uri="{FF2B5EF4-FFF2-40B4-BE49-F238E27FC236}">
                <a16:creationId xmlns:a16="http://schemas.microsoft.com/office/drawing/2014/main" id="{3BED4E2F-4EDD-4113-9E9E-3DE3694E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2286000"/>
            <a:ext cx="3314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Default Blog Path</a:t>
            </a:r>
          </a:p>
        </p:txBody>
      </p:sp>
      <p:sp>
        <p:nvSpPr>
          <p:cNvPr id="21" name="text-466">
            <a:extLst xmlns:a="http://schemas.openxmlformats.org/drawingml/2006/main">
              <a:ext uri="{FF2B5EF4-FFF2-40B4-BE49-F238E27FC236}">
                <a16:creationId xmlns:a16="http://schemas.microsoft.com/office/drawing/2014/main" id="{396130FA-ECFF-4088-A7FA-8151A705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2667000"/>
            <a:ext cx="3505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Базовый путь для будущих URL блога, например /blog или /resources.</a:t>
            </a:r>
          </a:p>
        </p:txBody>
      </p:sp>
      <p:sp>
        <p:nvSpPr>
          <p:cNvPr id="22" name="text-476">
            <a:extLst xmlns:a="http://schemas.openxmlformats.org/drawingml/2006/main">
              <a:ext uri="{FF2B5EF4-FFF2-40B4-BE49-F238E27FC236}">
                <a16:creationId xmlns:a16="http://schemas.microsoft.com/office/drawing/2014/main" id="{1D70056A-236A-4E5C-B39D-2D61C469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00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58F"/>
                </a:solidFill>
              </a:defRPr>
            </a:pPr>
            <a:r>
              <a:rPr sz="1050">
                <a:solidFill>
                  <a:srgbClr val="60758F"/>
                </a:solidFill>
              </a:rPr>
              <a:t>CMS AI product overview</a:t>
            </a:r>
          </a:p>
        </p:txBody>
      </p:sp>
      <p:sp>
        <p:nvSpPr>
          <p:cNvPr id="23" name="text-477">
            <a:extLst xmlns:a="http://schemas.openxmlformats.org/drawingml/2006/main">
              <a:ext uri="{FF2B5EF4-FFF2-40B4-BE49-F238E27FC236}">
                <a16:creationId xmlns:a16="http://schemas.microsoft.com/office/drawing/2014/main" id="{258A45DC-DF72-479C-98DB-8ADF5AF9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6012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6B6F"/>
                </a:solidFill>
              </a:defRPr>
            </a:pPr>
            <a:r>
              <a:rPr sz="1050" b="1">
                <a:solidFill>
                  <a:srgbClr val="0B6B6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40746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505">
            <a:extLst xmlns:a="http://schemas.openxmlformats.org/drawingml/2006/main">
              <a:ext uri="{FF2B5EF4-FFF2-40B4-BE49-F238E27FC236}">
                <a16:creationId xmlns:a16="http://schemas.microsoft.com/office/drawing/2014/main" id="{E65675C6-7C00-4C5A-B2AC-BE2C4949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</p:spPr>
      </p:sp>
      <p:sp>
        <p:nvSpPr>
          <p:cNvPr id="2" name="accent-strip-506">
            <a:extLst xmlns:a="http://schemas.openxmlformats.org/drawingml/2006/main">
              <a:ext uri="{FF2B5EF4-FFF2-40B4-BE49-F238E27FC236}">
                <a16:creationId xmlns:a16="http://schemas.microsoft.com/office/drawing/2014/main" id="{154F0192-8FCD-4106-A6C9-355290FD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3" name="text-509">
            <a:extLst xmlns:a="http://schemas.openxmlformats.org/drawingml/2006/main">
              <a:ext uri="{FF2B5EF4-FFF2-40B4-BE49-F238E27FC236}">
                <a16:creationId xmlns:a16="http://schemas.microsoft.com/office/drawing/2014/main" id="{FB8C7100-125A-4B35-9A77-46BE0AF8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6B6F"/>
                </a:solidFill>
              </a:defRPr>
            </a:pPr>
            <a:r>
              <a:rPr sz="1200" b="1">
                <a:solidFill>
                  <a:srgbClr val="0B6B6F"/>
                </a:solidFill>
              </a:rPr>
              <a:t>BLOG TEMPLATES</a:t>
            </a:r>
          </a:p>
        </p:txBody>
      </p:sp>
      <p:sp>
        <p:nvSpPr>
          <p:cNvPr id="4" name="text-510">
            <a:extLst xmlns:a="http://schemas.openxmlformats.org/drawingml/2006/main">
              <a:ext uri="{FF2B5EF4-FFF2-40B4-BE49-F238E27FC236}">
                <a16:creationId xmlns:a16="http://schemas.microsoft.com/office/drawing/2014/main" id="{57C8839F-01BC-4520-A7E7-5119843F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16649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202F"/>
                </a:solidFill>
              </a:defRPr>
            </a:pPr>
            <a:r>
              <a:rPr sz="4200" b="1">
                <a:solidFill>
                  <a:srgbClr val="16202F"/>
                </a:solidFill>
              </a:rPr>
              <a:t>Blog Templates задают правила статьи до написания текста</a:t>
            </a:r>
          </a:p>
        </p:txBody>
      </p:sp>
      <p:sp>
        <p:nvSpPr>
          <p:cNvPr id="5" name="text-511">
            <a:extLst xmlns:a="http://schemas.openxmlformats.org/drawingml/2006/main">
              <a:ext uri="{FF2B5EF4-FFF2-40B4-BE49-F238E27FC236}">
                <a16:creationId xmlns:a16="http://schemas.microsoft.com/office/drawing/2014/main" id="{43827C13-FB29-4D59-B220-E3275EDE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10115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0758F"/>
                </a:solidFill>
              </a:defRPr>
            </a:pPr>
            <a:r>
              <a:rPr sz="1950">
                <a:solidFill>
                  <a:srgbClr val="60758F"/>
                </a:solidFill>
              </a:rPr>
              <a:t>Шаблон описывает структуру, SEO, обязательные ссылки и подсказки для AI-assisted черновика.</a:t>
            </a:r>
          </a:p>
        </p:txBody>
      </p:sp>
      <p:sp>
        <p:nvSpPr>
          <p:cNvPr id="6" name="product-panel-480">
            <a:extLst xmlns:a="http://schemas.openxmlformats.org/drawingml/2006/main">
              <a:ext uri="{FF2B5EF4-FFF2-40B4-BE49-F238E27FC236}">
                <a16:creationId xmlns:a16="http://schemas.microsoft.com/office/drawing/2014/main" id="{5FDCBE42-0DAB-41CB-82B2-4A9CB18E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2640"/>
            <a:ext cx="5435600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panel-mark-483">
            <a:extLst xmlns:a="http://schemas.openxmlformats.org/drawingml/2006/main">
              <a:ext uri="{FF2B5EF4-FFF2-40B4-BE49-F238E27FC236}">
                <a16:creationId xmlns:a16="http://schemas.microsoft.com/office/drawing/2014/main" id="{25C3DE01-F466-464B-8E6F-387E4FEA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8" name="text-484">
            <a:extLst xmlns:a="http://schemas.openxmlformats.org/drawingml/2006/main">
              <a:ext uri="{FF2B5EF4-FFF2-40B4-BE49-F238E27FC236}">
                <a16:creationId xmlns:a16="http://schemas.microsoft.com/office/drawing/2014/main" id="{882B4A09-761F-4154-982F-07A464D1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8600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Structure</a:t>
            </a:r>
          </a:p>
        </p:txBody>
      </p:sp>
      <p:sp>
        <p:nvSpPr>
          <p:cNvPr id="9" name="text-485">
            <a:extLst xmlns:a="http://schemas.openxmlformats.org/drawingml/2006/main">
              <a:ext uri="{FF2B5EF4-FFF2-40B4-BE49-F238E27FC236}">
                <a16:creationId xmlns:a16="http://schemas.microsoft.com/office/drawing/2014/main" id="{1EAD155C-6E76-4088-A5BE-29935CF0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Секции: intro, body, proof, CTA, FAQ, related links. Каждая может быть обязательной.</a:t>
            </a:r>
          </a:p>
        </p:txBody>
      </p:sp>
      <p:sp>
        <p:nvSpPr>
          <p:cNvPr id="10" name="product-panel-486">
            <a:extLst xmlns:a="http://schemas.openxmlformats.org/drawingml/2006/main">
              <a:ext uri="{FF2B5EF4-FFF2-40B4-BE49-F238E27FC236}">
                <a16:creationId xmlns:a16="http://schemas.microsoft.com/office/drawing/2014/main" id="{385EC486-8473-4D74-B31C-91869FB4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072640"/>
            <a:ext cx="5435600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panel-mark-489">
            <a:extLst xmlns:a="http://schemas.openxmlformats.org/drawingml/2006/main">
              <a:ext uri="{FF2B5EF4-FFF2-40B4-BE49-F238E27FC236}">
                <a16:creationId xmlns:a16="http://schemas.microsoft.com/office/drawing/2014/main" id="{79FB5417-75F1-4F04-BFA3-2015D290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12" name="text-490">
            <a:extLst xmlns:a="http://schemas.openxmlformats.org/drawingml/2006/main">
              <a:ext uri="{FF2B5EF4-FFF2-40B4-BE49-F238E27FC236}">
                <a16:creationId xmlns:a16="http://schemas.microsoft.com/office/drawing/2014/main" id="{9B60A02C-5175-4929-B60C-AA0626A1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8600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Linking</a:t>
            </a:r>
          </a:p>
        </p:txBody>
      </p:sp>
      <p:sp>
        <p:nvSpPr>
          <p:cNvPr id="13" name="text-491">
            <a:extLst xmlns:a="http://schemas.openxmlformats.org/drawingml/2006/main">
              <a:ext uri="{FF2B5EF4-FFF2-40B4-BE49-F238E27FC236}">
                <a16:creationId xmlns:a16="http://schemas.microsoft.com/office/drawing/2014/main" id="{A4FBE919-2730-4F61-801B-521AA584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670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Минимум внутренних и cross-site ссылок, правила anchor text и related content strategy.</a:t>
            </a:r>
          </a:p>
        </p:txBody>
      </p:sp>
      <p:sp>
        <p:nvSpPr>
          <p:cNvPr id="14" name="product-panel-492">
            <a:extLst xmlns:a="http://schemas.openxmlformats.org/drawingml/2006/main">
              <a:ext uri="{FF2B5EF4-FFF2-40B4-BE49-F238E27FC236}">
                <a16:creationId xmlns:a16="http://schemas.microsoft.com/office/drawing/2014/main" id="{E2DC307B-B3DE-449C-AD41-CC9A2BFF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3250" y="2072640"/>
            <a:ext cx="5435600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panel-mark-495">
            <a:extLst xmlns:a="http://schemas.openxmlformats.org/drawingml/2006/main">
              <a:ext uri="{FF2B5EF4-FFF2-40B4-BE49-F238E27FC236}">
                <a16:creationId xmlns:a16="http://schemas.microsoft.com/office/drawing/2014/main" id="{5DDFE010-7454-4081-BF00-B0A98834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286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16" name="text-496">
            <a:extLst xmlns:a="http://schemas.openxmlformats.org/drawingml/2006/main">
              <a:ext uri="{FF2B5EF4-FFF2-40B4-BE49-F238E27FC236}">
                <a16:creationId xmlns:a16="http://schemas.microsoft.com/office/drawing/2014/main" id="{77417747-4825-4591-919D-5F7BBA30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28600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SEO</a:t>
            </a:r>
          </a:p>
        </p:txBody>
      </p:sp>
      <p:sp>
        <p:nvSpPr>
          <p:cNvPr id="17" name="text-497">
            <a:extLst xmlns:a="http://schemas.openxmlformats.org/drawingml/2006/main">
              <a:ext uri="{FF2B5EF4-FFF2-40B4-BE49-F238E27FC236}">
                <a16:creationId xmlns:a16="http://schemas.microsoft.com/office/drawing/2014/main" id="{00C31EEB-D691-42D6-9F91-24DE5E1E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6670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Шаблоны title/description и keyword guidance для единообразной публикации.</a:t>
            </a:r>
          </a:p>
        </p:txBody>
      </p:sp>
      <p:sp>
        <p:nvSpPr>
          <p:cNvPr id="18" name="product-panel-498">
            <a:extLst xmlns:a="http://schemas.openxmlformats.org/drawingml/2006/main">
              <a:ext uri="{FF2B5EF4-FFF2-40B4-BE49-F238E27FC236}">
                <a16:creationId xmlns:a16="http://schemas.microsoft.com/office/drawing/2014/main" id="{E7B9FA67-6715-43E6-89D9-A858D169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0920"/>
            <a:ext cx="1664970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panel-mark-501">
            <a:extLst xmlns:a="http://schemas.openxmlformats.org/drawingml/2006/main">
              <a:ext uri="{FF2B5EF4-FFF2-40B4-BE49-F238E27FC236}">
                <a16:creationId xmlns:a16="http://schemas.microsoft.com/office/drawing/2014/main" id="{19108502-48FF-4933-B99A-3E2C2FCC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3"/>
          </a:solidFill>
        </p:spPr>
      </p:sp>
      <p:sp>
        <p:nvSpPr>
          <p:cNvPr id="20" name="text-502">
            <a:extLst xmlns:a="http://schemas.openxmlformats.org/drawingml/2006/main">
              <a:ext uri="{FF2B5EF4-FFF2-40B4-BE49-F238E27FC236}">
                <a16:creationId xmlns:a16="http://schemas.microsoft.com/office/drawing/2014/main" id="{F2642036-D9ED-4028-9DDB-AF70CFDB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52850"/>
            <a:ext cx="15925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AI Prompts</a:t>
            </a:r>
          </a:p>
        </p:txBody>
      </p:sp>
      <p:sp>
        <p:nvSpPr>
          <p:cNvPr id="21" name="text-503">
            <a:extLst xmlns:a="http://schemas.openxmlformats.org/drawingml/2006/main">
              <a:ext uri="{FF2B5EF4-FFF2-40B4-BE49-F238E27FC236}">
                <a16:creationId xmlns:a16="http://schemas.microsoft.com/office/drawing/2014/main" id="{EAA86DDD-BEB0-4E51-85B6-E1E92562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16116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Brief, outline и linking prompts превращают бизнес-задачу в план статьи и карту ссылок.</a:t>
            </a:r>
          </a:p>
        </p:txBody>
      </p:sp>
      <p:sp>
        <p:nvSpPr>
          <p:cNvPr id="22" name="text-513">
            <a:extLst xmlns:a="http://schemas.openxmlformats.org/drawingml/2006/main">
              <a:ext uri="{FF2B5EF4-FFF2-40B4-BE49-F238E27FC236}">
                <a16:creationId xmlns:a16="http://schemas.microsoft.com/office/drawing/2014/main" id="{AC2BC98C-63FF-4578-84B9-5FE1846A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00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58F"/>
                </a:solidFill>
              </a:defRPr>
            </a:pPr>
            <a:r>
              <a:rPr sz="1050">
                <a:solidFill>
                  <a:srgbClr val="60758F"/>
                </a:solidFill>
              </a:rPr>
              <a:t>CMS AI product overview</a:t>
            </a:r>
          </a:p>
        </p:txBody>
      </p:sp>
      <p:sp>
        <p:nvSpPr>
          <p:cNvPr id="23" name="text-514">
            <a:extLst xmlns:a="http://schemas.openxmlformats.org/drawingml/2006/main">
              <a:ext uri="{FF2B5EF4-FFF2-40B4-BE49-F238E27FC236}">
                <a16:creationId xmlns:a16="http://schemas.microsoft.com/office/drawing/2014/main" id="{94E0EEB4-C84C-48D5-8BAD-C65FED14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6012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6B6F"/>
                </a:solidFill>
              </a:defRPr>
            </a:pPr>
            <a:r>
              <a:rPr sz="1050" b="1">
                <a:solidFill>
                  <a:srgbClr val="0B6B6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237105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565">
            <a:extLst xmlns:a="http://schemas.openxmlformats.org/drawingml/2006/main">
              <a:ext uri="{FF2B5EF4-FFF2-40B4-BE49-F238E27FC236}">
                <a16:creationId xmlns:a16="http://schemas.microsoft.com/office/drawing/2014/main" id="{18DFC9E6-C0E3-4597-952E-51E98E1E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</p:spPr>
      </p:sp>
      <p:sp>
        <p:nvSpPr>
          <p:cNvPr id="2" name="accent-strip-566">
            <a:extLst xmlns:a="http://schemas.openxmlformats.org/drawingml/2006/main">
              <a:ext uri="{FF2B5EF4-FFF2-40B4-BE49-F238E27FC236}">
                <a16:creationId xmlns:a16="http://schemas.microsoft.com/office/drawing/2014/main" id="{E306B756-2DDC-46FE-9A32-14D97716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3" name="text-569">
            <a:extLst xmlns:a="http://schemas.openxmlformats.org/drawingml/2006/main">
              <a:ext uri="{FF2B5EF4-FFF2-40B4-BE49-F238E27FC236}">
                <a16:creationId xmlns:a16="http://schemas.microsoft.com/office/drawing/2014/main" id="{106BED7E-D610-4AE0-896E-40164078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6B6F"/>
                </a:solidFill>
              </a:defRPr>
            </a:pPr>
            <a:r>
              <a:rPr sz="1200" b="1">
                <a:solidFill>
                  <a:srgbClr val="0B6B6F"/>
                </a:solidFill>
              </a:rPr>
              <a:t>BLOG POSTS</a:t>
            </a:r>
          </a:p>
        </p:txBody>
      </p:sp>
      <p:sp>
        <p:nvSpPr>
          <p:cNvPr id="4" name="text-570">
            <a:extLst xmlns:a="http://schemas.openxmlformats.org/drawingml/2006/main">
              <a:ext uri="{FF2B5EF4-FFF2-40B4-BE49-F238E27FC236}">
                <a16:creationId xmlns:a16="http://schemas.microsoft.com/office/drawing/2014/main" id="{7D5B47BC-94D8-449C-A0D8-C8FE7189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16649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202F"/>
                </a:solidFill>
              </a:defRPr>
            </a:pPr>
            <a:r>
              <a:rPr sz="4200" b="1">
                <a:solidFill>
                  <a:srgbClr val="16202F"/>
                </a:solidFill>
              </a:rPr>
              <a:t>Blog Posts собирают контент, шаблон, сайт и link plan</a:t>
            </a:r>
          </a:p>
        </p:txBody>
      </p:sp>
      <p:sp>
        <p:nvSpPr>
          <p:cNvPr id="5" name="text-571">
            <a:extLst xmlns:a="http://schemas.openxmlformats.org/drawingml/2006/main">
              <a:ext uri="{FF2B5EF4-FFF2-40B4-BE49-F238E27FC236}">
                <a16:creationId xmlns:a16="http://schemas.microsoft.com/office/drawing/2014/main" id="{101E1420-BB1F-4F87-83E1-823E2D74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11430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0758F"/>
                </a:solidFill>
              </a:defRPr>
            </a:pPr>
            <a:r>
              <a:rPr sz="1950">
                <a:solidFill>
                  <a:srgbClr val="60758F"/>
                </a:solidFill>
              </a:rPr>
              <a:t>Пост не является одиночным текстом: он связан с сайтом, шаблоном, SEO, related content и утвержденными переходами.</a:t>
            </a:r>
          </a:p>
        </p:txBody>
      </p:sp>
      <p:sp>
        <p:nvSpPr>
          <p:cNvPr id="6" name="product-panel-517">
            <a:extLst xmlns:a="http://schemas.openxmlformats.org/drawingml/2006/main">
              <a:ext uri="{FF2B5EF4-FFF2-40B4-BE49-F238E27FC236}">
                <a16:creationId xmlns:a16="http://schemas.microsoft.com/office/drawing/2014/main" id="{BD7E8C18-37B4-4FA8-BF27-73AD5BDF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9820"/>
            <a:ext cx="770001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panel-mark-520">
            <a:extLst xmlns:a="http://schemas.openxmlformats.org/drawingml/2006/main">
              <a:ext uri="{FF2B5EF4-FFF2-40B4-BE49-F238E27FC236}">
                <a16:creationId xmlns:a16="http://schemas.microsoft.com/office/drawing/2014/main" id="{3416AE06-6BEC-4C10-B4D8-FBEB8AF0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8" name="text-521">
            <a:extLst xmlns:a="http://schemas.openxmlformats.org/drawingml/2006/main">
              <a:ext uri="{FF2B5EF4-FFF2-40B4-BE49-F238E27FC236}">
                <a16:creationId xmlns:a16="http://schemas.microsoft.com/office/drawing/2014/main" id="{E526EA77-9DF4-4388-993D-4B7D7FEC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71750"/>
            <a:ext cx="6972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Content</a:t>
            </a:r>
          </a:p>
        </p:txBody>
      </p:sp>
      <p:sp>
        <p:nvSpPr>
          <p:cNvPr id="9" name="text-522">
            <a:extLst xmlns:a="http://schemas.openxmlformats.org/drawingml/2006/main">
              <a:ext uri="{FF2B5EF4-FFF2-40B4-BE49-F238E27FC236}">
                <a16:creationId xmlns:a16="http://schemas.microsoft.com/office/drawing/2014/main" id="{50CCFF74-F6D4-4C50-80A0-A2D149D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716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Summary, cover image и rich text с reusable cross-site CTA block.</a:t>
            </a:r>
          </a:p>
        </p:txBody>
      </p:sp>
      <p:sp>
        <p:nvSpPr>
          <p:cNvPr id="10" name="product-panel-523">
            <a:extLst xmlns:a="http://schemas.openxmlformats.org/drawingml/2006/main">
              <a:ext uri="{FF2B5EF4-FFF2-40B4-BE49-F238E27FC236}">
                <a16:creationId xmlns:a16="http://schemas.microsoft.com/office/drawing/2014/main" id="{0581F6FD-0EA5-4864-BD16-4C99AF8F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770001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panel-mark-526">
            <a:extLst xmlns:a="http://schemas.openxmlformats.org/drawingml/2006/main">
              <a:ext uri="{FF2B5EF4-FFF2-40B4-BE49-F238E27FC236}">
                <a16:creationId xmlns:a16="http://schemas.microsoft.com/office/drawing/2014/main" id="{C15A88CF-746F-4794-A0F9-9ACE39F8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12" name="text-527">
            <a:extLst xmlns:a="http://schemas.openxmlformats.org/drawingml/2006/main">
              <a:ext uri="{FF2B5EF4-FFF2-40B4-BE49-F238E27FC236}">
                <a16:creationId xmlns:a16="http://schemas.microsoft.com/office/drawing/2014/main" id="{6925C38F-D42A-409F-B109-4696496E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71900"/>
            <a:ext cx="6972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AI Brief</a:t>
            </a:r>
          </a:p>
        </p:txBody>
      </p:sp>
      <p:sp>
        <p:nvSpPr>
          <p:cNvPr id="13" name="text-528">
            <a:extLst xmlns:a="http://schemas.openxmlformats.org/drawingml/2006/main">
              <a:ext uri="{FF2B5EF4-FFF2-40B4-BE49-F238E27FC236}">
                <a16:creationId xmlns:a16="http://schemas.microsoft.com/office/drawing/2014/main" id="{0CD9025A-0A40-48C4-94B1-87809886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716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Бизнес-бриф, target keywords, questions to answer и linking notes.</a:t>
            </a:r>
          </a:p>
        </p:txBody>
      </p:sp>
      <p:sp>
        <p:nvSpPr>
          <p:cNvPr id="14" name="product-panel-529">
            <a:extLst xmlns:a="http://schemas.openxmlformats.org/drawingml/2006/main">
              <a:ext uri="{FF2B5EF4-FFF2-40B4-BE49-F238E27FC236}">
                <a16:creationId xmlns:a16="http://schemas.microsoft.com/office/drawing/2014/main" id="{BD88C772-6F44-499E-BCC6-BA20892C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4880"/>
            <a:ext cx="770001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panel-mark-532">
            <a:extLst xmlns:a="http://schemas.openxmlformats.org/drawingml/2006/main">
              <a:ext uri="{FF2B5EF4-FFF2-40B4-BE49-F238E27FC236}">
                <a16:creationId xmlns:a16="http://schemas.microsoft.com/office/drawing/2014/main" id="{CAE56BAF-7CF1-41CF-9859-DB67877A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16" name="text-533">
            <a:extLst xmlns:a="http://schemas.openxmlformats.org/drawingml/2006/main">
              <a:ext uri="{FF2B5EF4-FFF2-40B4-BE49-F238E27FC236}">
                <a16:creationId xmlns:a16="http://schemas.microsoft.com/office/drawing/2014/main" id="{7B4A6DAC-4DBA-4BD4-92B9-73351CB8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72050"/>
            <a:ext cx="6972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Links</a:t>
            </a:r>
          </a:p>
        </p:txBody>
      </p:sp>
      <p:sp>
        <p:nvSpPr>
          <p:cNvPr id="17" name="text-534">
            <a:extLst xmlns:a="http://schemas.openxmlformats.org/drawingml/2006/main">
              <a:ext uri="{FF2B5EF4-FFF2-40B4-BE49-F238E27FC236}">
                <a16:creationId xmlns:a16="http://schemas.microsoft.com/office/drawing/2014/main" id="{127425C7-5603-4ED4-A09E-30FDEFDE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53050"/>
            <a:ext cx="716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Related articles, related posts и linkPlan из Site Links.</a:t>
            </a:r>
          </a:p>
        </p:txBody>
      </p:sp>
      <p:sp>
        <p:nvSpPr>
          <p:cNvPr id="18" name="mock-window-557">
            <a:extLst xmlns:a="http://schemas.openxmlformats.org/drawingml/2006/main">
              <a:ext uri="{FF2B5EF4-FFF2-40B4-BE49-F238E27FC236}">
                <a16:creationId xmlns:a16="http://schemas.microsoft.com/office/drawing/2014/main" id="{002B7D4E-49F2-41BA-BFF4-FE18953B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860" y="2369820"/>
            <a:ext cx="8682990" cy="5238750"/>
          </a:xfrm>
          <a:prstGeom xmlns:a="http://schemas.openxmlformats.org/drawingml/2006/main" prst="roundRect">
            <a:avLst>
              <a:gd name="adj" fmla="val 145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dot-1-560">
            <a:extLst xmlns:a="http://schemas.openxmlformats.org/drawingml/2006/main">
              <a:ext uri="{FF2B5EF4-FFF2-40B4-BE49-F238E27FC236}">
                <a16:creationId xmlns:a16="http://schemas.microsoft.com/office/drawing/2014/main" id="{E6407030-A9D5-414D-9AC0-EBD5083E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B5D"/>
          </a:solidFill>
        </p:spPr>
      </p:sp>
      <p:sp>
        <p:nvSpPr>
          <p:cNvPr id="20" name="dot-2-561">
            <a:extLst xmlns:a="http://schemas.openxmlformats.org/drawingml/2006/main">
              <a:ext uri="{FF2B5EF4-FFF2-40B4-BE49-F238E27FC236}">
                <a16:creationId xmlns:a16="http://schemas.microsoft.com/office/drawing/2014/main" id="{6C089E8F-D073-4351-B188-0F94DDBE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14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84D"/>
          </a:solidFill>
        </p:spPr>
      </p:sp>
      <p:sp>
        <p:nvSpPr>
          <p:cNvPr id="21" name="dot-3-562">
            <a:extLst xmlns:a="http://schemas.openxmlformats.org/drawingml/2006/main">
              <a:ext uri="{FF2B5EF4-FFF2-40B4-BE49-F238E27FC236}">
                <a16:creationId xmlns:a16="http://schemas.microsoft.com/office/drawing/2014/main" id="{22F99F78-87A3-4007-916C-C4DD6CCB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78"/>
          </a:solidFill>
        </p:spPr>
      </p:sp>
      <p:sp>
        <p:nvSpPr>
          <p:cNvPr id="22" name="text-563">
            <a:extLst xmlns:a="http://schemas.openxmlformats.org/drawingml/2006/main">
              <a:ext uri="{FF2B5EF4-FFF2-40B4-BE49-F238E27FC236}">
                <a16:creationId xmlns:a16="http://schemas.microsoft.com/office/drawing/2014/main" id="{862B9277-8F61-4068-BFBA-0CB9148E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14600"/>
            <a:ext cx="7829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202F"/>
                </a:solidFill>
              </a:defRPr>
            </a:pPr>
            <a:r>
              <a:rPr sz="1200" b="1">
                <a:solidFill>
                  <a:srgbClr val="16202F"/>
                </a:solidFill>
              </a:rPr>
              <a:t>Payload Admin / Blog Posts</a:t>
            </a:r>
          </a:p>
        </p:txBody>
      </p:sp>
      <p:sp>
        <p:nvSpPr>
          <p:cNvPr id="23" name="mini-mark-538">
            <a:extLst xmlns:a="http://schemas.openxmlformats.org/drawingml/2006/main">
              <a:ext uri="{FF2B5EF4-FFF2-40B4-BE49-F238E27FC236}">
                <a16:creationId xmlns:a16="http://schemas.microsoft.com/office/drawing/2014/main" id="{DE8A1759-ABF4-4F6A-95C7-4924031A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718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24" name="text-540">
            <a:extLst xmlns:a="http://schemas.openxmlformats.org/drawingml/2006/main">
              <a:ext uri="{FF2B5EF4-FFF2-40B4-BE49-F238E27FC236}">
                <a16:creationId xmlns:a16="http://schemas.microsoft.com/office/drawing/2014/main" id="{5358C009-A85D-4FC7-B53E-9222698B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71800"/>
            <a:ext cx="815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02F"/>
                </a:solidFill>
              </a:defRPr>
            </a:pPr>
            <a:r>
              <a:rPr sz="1350" b="1">
                <a:solidFill>
                  <a:srgbClr val="16202F"/>
                </a:solidFill>
              </a:rPr>
              <a:t>Choosing AI-ready CMS workflows</a:t>
            </a:r>
          </a:p>
        </p:txBody>
      </p:sp>
      <p:sp>
        <p:nvSpPr>
          <p:cNvPr id="25" name="text-541">
            <a:extLst xmlns:a="http://schemas.openxmlformats.org/drawingml/2006/main">
              <a:ext uri="{FF2B5EF4-FFF2-40B4-BE49-F238E27FC236}">
                <a16:creationId xmlns:a16="http://schemas.microsoft.com/office/drawing/2014/main" id="{73EABA0E-D4B2-4849-A6FF-9C19C94C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19450"/>
            <a:ext cx="815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58F"/>
                </a:solidFill>
              </a:defRPr>
            </a:pPr>
            <a:r>
              <a:rPr sz="1125">
                <a:solidFill>
                  <a:srgbClr val="60758F"/>
                </a:solidFill>
              </a:rPr>
              <a:t>draft | Knowledge hub | Buyer guide</a:t>
            </a:r>
          </a:p>
        </p:txBody>
      </p:sp>
      <p:sp>
        <p:nvSpPr>
          <p:cNvPr id="26" name="mini-mark-543">
            <a:extLst xmlns:a="http://schemas.openxmlformats.org/drawingml/2006/main">
              <a:ext uri="{FF2B5EF4-FFF2-40B4-BE49-F238E27FC236}">
                <a16:creationId xmlns:a16="http://schemas.microsoft.com/office/drawing/2014/main" id="{A859866E-D402-43BD-8CB4-D1542AAE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05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27" name="text-545">
            <a:extLst xmlns:a="http://schemas.openxmlformats.org/drawingml/2006/main">
              <a:ext uri="{FF2B5EF4-FFF2-40B4-BE49-F238E27FC236}">
                <a16:creationId xmlns:a16="http://schemas.microsoft.com/office/drawing/2014/main" id="{65878237-42A5-4B41-BBBA-A2DE4FD3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05200"/>
            <a:ext cx="815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02F"/>
                </a:solidFill>
              </a:defRPr>
            </a:pPr>
            <a:r>
              <a:rPr sz="1350" b="1">
                <a:solidFill>
                  <a:srgbClr val="16202F"/>
                </a:solidFill>
              </a:rPr>
              <a:t>Template</a:t>
            </a:r>
          </a:p>
        </p:txBody>
      </p:sp>
      <p:sp>
        <p:nvSpPr>
          <p:cNvPr id="28" name="text-546">
            <a:extLst xmlns:a="http://schemas.openxmlformats.org/drawingml/2006/main">
              <a:ext uri="{FF2B5EF4-FFF2-40B4-BE49-F238E27FC236}">
                <a16:creationId xmlns:a16="http://schemas.microsoft.com/office/drawing/2014/main" id="{37077419-9BD0-4E27-8B94-CA379BA7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815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58F"/>
                </a:solidFill>
              </a:defRPr>
            </a:pPr>
            <a:r>
              <a:rPr sz="1125">
                <a:solidFill>
                  <a:srgbClr val="60758F"/>
                </a:solidFill>
              </a:rPr>
              <a:t>Buyer guide with cross-site handoff</a:t>
            </a:r>
          </a:p>
        </p:txBody>
      </p:sp>
      <p:sp>
        <p:nvSpPr>
          <p:cNvPr id="29" name="mini-mark-548">
            <a:extLst xmlns:a="http://schemas.openxmlformats.org/drawingml/2006/main">
              <a:ext uri="{FF2B5EF4-FFF2-40B4-BE49-F238E27FC236}">
                <a16:creationId xmlns:a16="http://schemas.microsoft.com/office/drawing/2014/main" id="{7072C7FF-3F2B-49BE-8F09-27422902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386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30" name="text-550">
            <a:extLst xmlns:a="http://schemas.openxmlformats.org/drawingml/2006/main">
              <a:ext uri="{FF2B5EF4-FFF2-40B4-BE49-F238E27FC236}">
                <a16:creationId xmlns:a16="http://schemas.microsoft.com/office/drawing/2014/main" id="{30012F9E-AD50-49B5-BEA2-199D68DB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19550"/>
            <a:ext cx="815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02F"/>
                </a:solidFill>
              </a:defRPr>
            </a:pPr>
            <a:r>
              <a:rPr sz="1350" b="1">
                <a:solidFill>
                  <a:srgbClr val="16202F"/>
                </a:solidFill>
              </a:rPr>
              <a:t>Link Plan</a:t>
            </a:r>
          </a:p>
        </p:txBody>
      </p:sp>
      <p:sp>
        <p:nvSpPr>
          <p:cNvPr id="31" name="text-551">
            <a:extLst xmlns:a="http://schemas.openxmlformats.org/drawingml/2006/main">
              <a:ext uri="{FF2B5EF4-FFF2-40B4-BE49-F238E27FC236}">
                <a16:creationId xmlns:a16="http://schemas.microsoft.com/office/drawing/2014/main" id="{8DC05DE8-A054-4BE6-B465-A130773E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48150"/>
            <a:ext cx="815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58F"/>
                </a:solidFill>
              </a:defRPr>
            </a:pPr>
            <a:r>
              <a:rPr sz="1125">
                <a:solidFill>
                  <a:srgbClr val="60758F"/>
                </a:solidFill>
              </a:rPr>
              <a:t>approved transition to commerce destination</a:t>
            </a:r>
          </a:p>
        </p:txBody>
      </p:sp>
      <p:sp>
        <p:nvSpPr>
          <p:cNvPr id="32" name="mini-mark-553">
            <a:extLst xmlns:a="http://schemas.openxmlformats.org/drawingml/2006/main">
              <a:ext uri="{FF2B5EF4-FFF2-40B4-BE49-F238E27FC236}">
                <a16:creationId xmlns:a16="http://schemas.microsoft.com/office/drawing/2014/main" id="{E48651B6-34EE-4046-98A6-6A7C1279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339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3"/>
          </a:solidFill>
        </p:spPr>
      </p:sp>
      <p:sp>
        <p:nvSpPr>
          <p:cNvPr id="33" name="text-555">
            <a:extLst xmlns:a="http://schemas.openxmlformats.org/drawingml/2006/main">
              <a:ext uri="{FF2B5EF4-FFF2-40B4-BE49-F238E27FC236}">
                <a16:creationId xmlns:a16="http://schemas.microsoft.com/office/drawing/2014/main" id="{399BD390-ADDE-4EA2-BFC1-66CA8DF7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33900"/>
            <a:ext cx="815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02F"/>
                </a:solidFill>
              </a:defRPr>
            </a:pPr>
            <a:r>
              <a:rPr sz="1350" b="1">
                <a:solidFill>
                  <a:srgbClr val="16202F"/>
                </a:solidFill>
              </a:rPr>
              <a:t>AI Brief</a:t>
            </a:r>
          </a:p>
        </p:txBody>
      </p:sp>
      <p:sp>
        <p:nvSpPr>
          <p:cNvPr id="34" name="text-556">
            <a:extLst xmlns:a="http://schemas.openxmlformats.org/drawingml/2006/main">
              <a:ext uri="{FF2B5EF4-FFF2-40B4-BE49-F238E27FC236}">
                <a16:creationId xmlns:a16="http://schemas.microsoft.com/office/drawing/2014/main" id="{69B5740E-1BC5-4810-8DB7-F20D144E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81550"/>
            <a:ext cx="815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58F"/>
                </a:solidFill>
              </a:defRPr>
            </a:pPr>
            <a:r>
              <a:rPr sz="1125">
                <a:solidFill>
                  <a:srgbClr val="60758F"/>
                </a:solidFill>
              </a:rPr>
              <a:t>target keywords, questions, linking notes</a:t>
            </a:r>
          </a:p>
        </p:txBody>
      </p:sp>
      <p:sp>
        <p:nvSpPr>
          <p:cNvPr id="35" name="text-573">
            <a:extLst xmlns:a="http://schemas.openxmlformats.org/drawingml/2006/main">
              <a:ext uri="{FF2B5EF4-FFF2-40B4-BE49-F238E27FC236}">
                <a16:creationId xmlns:a16="http://schemas.microsoft.com/office/drawing/2014/main" id="{D007A654-2C2D-4613-A360-23D5DB8F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00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58F"/>
                </a:solidFill>
              </a:defRPr>
            </a:pPr>
            <a:r>
              <a:rPr sz="1050">
                <a:solidFill>
                  <a:srgbClr val="60758F"/>
                </a:solidFill>
              </a:rPr>
              <a:t>CMS AI product overview</a:t>
            </a:r>
          </a:p>
        </p:txBody>
      </p:sp>
      <p:sp>
        <p:nvSpPr>
          <p:cNvPr id="36" name="text-574">
            <a:extLst xmlns:a="http://schemas.openxmlformats.org/drawingml/2006/main">
              <a:ext uri="{FF2B5EF4-FFF2-40B4-BE49-F238E27FC236}">
                <a16:creationId xmlns:a16="http://schemas.microsoft.com/office/drawing/2014/main" id="{25DCC470-8287-4EC2-8416-D0213E1E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6012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6B6F"/>
                </a:solidFill>
              </a:defRPr>
            </a:pPr>
            <a:r>
              <a:rPr sz="1050" b="1">
                <a:solidFill>
                  <a:srgbClr val="0B6B6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68147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631">
            <a:extLst xmlns:a="http://schemas.openxmlformats.org/drawingml/2006/main">
              <a:ext uri="{FF2B5EF4-FFF2-40B4-BE49-F238E27FC236}">
                <a16:creationId xmlns:a16="http://schemas.microsoft.com/office/drawing/2014/main" id="{E0AAE75F-EEEF-4688-A707-F9C744D3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</p:spPr>
      </p:sp>
      <p:sp>
        <p:nvSpPr>
          <p:cNvPr id="2" name="accent-strip-632">
            <a:extLst xmlns:a="http://schemas.openxmlformats.org/drawingml/2006/main">
              <a:ext uri="{FF2B5EF4-FFF2-40B4-BE49-F238E27FC236}">
                <a16:creationId xmlns:a16="http://schemas.microsoft.com/office/drawing/2014/main" id="{973ED621-BECB-4C12-B0B9-2931D4BD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3" name="text-635">
            <a:extLst xmlns:a="http://schemas.openxmlformats.org/drawingml/2006/main">
              <a:ext uri="{FF2B5EF4-FFF2-40B4-BE49-F238E27FC236}">
                <a16:creationId xmlns:a16="http://schemas.microsoft.com/office/drawing/2014/main" id="{82DEF253-5E82-4CA7-BAAC-FE9D1A6E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6B6F"/>
                </a:solidFill>
              </a:defRPr>
            </a:pPr>
            <a:r>
              <a:rPr sz="1200" b="1">
                <a:solidFill>
                  <a:srgbClr val="0B6B6F"/>
                </a:solidFill>
              </a:rPr>
              <a:t>SITE LINKS</a:t>
            </a:r>
          </a:p>
        </p:txBody>
      </p:sp>
      <p:sp>
        <p:nvSpPr>
          <p:cNvPr id="4" name="text-636">
            <a:extLst xmlns:a="http://schemas.openxmlformats.org/drawingml/2006/main">
              <a:ext uri="{FF2B5EF4-FFF2-40B4-BE49-F238E27FC236}">
                <a16:creationId xmlns:a16="http://schemas.microsoft.com/office/drawing/2014/main" id="{8CEBC3F5-885B-4D30-B8A3-C0F3C5BE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16649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202F"/>
                </a:solidFill>
              </a:defRPr>
            </a:pPr>
            <a:r>
              <a:rPr sz="4200" b="1">
                <a:solidFill>
                  <a:srgbClr val="16202F"/>
                </a:solidFill>
              </a:rPr>
              <a:t>Site Links управляют переходами между сайтами</a:t>
            </a:r>
          </a:p>
        </p:txBody>
      </p:sp>
      <p:sp>
        <p:nvSpPr>
          <p:cNvPr id="5" name="text-637">
            <a:extLst xmlns:a="http://schemas.openxmlformats.org/drawingml/2006/main">
              <a:ext uri="{FF2B5EF4-FFF2-40B4-BE49-F238E27FC236}">
                <a16:creationId xmlns:a16="http://schemas.microsoft.com/office/drawing/2014/main" id="{F1F23087-BA1A-410B-9010-918EDD6F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11087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0758F"/>
                </a:solidFill>
              </a:defRPr>
            </a:pPr>
            <a:r>
              <a:rPr sz="1950">
                <a:solidFill>
                  <a:srgbClr val="60758F"/>
                </a:solidFill>
              </a:rPr>
              <a:t>Здесь хранится не просто URL, а контекст: откуда ведем, куда ведем, как называем ссылку и какой риск у перехода.</a:t>
            </a:r>
          </a:p>
        </p:txBody>
      </p:sp>
      <p:sp>
        <p:nvSpPr>
          <p:cNvPr id="6" name="mock-window-598">
            <a:extLst xmlns:a="http://schemas.openxmlformats.org/drawingml/2006/main">
              <a:ext uri="{FF2B5EF4-FFF2-40B4-BE49-F238E27FC236}">
                <a16:creationId xmlns:a16="http://schemas.microsoft.com/office/drawing/2014/main" id="{750533A0-B25B-417C-BE7A-37AA15AC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9820"/>
            <a:ext cx="8519160" cy="5238750"/>
          </a:xfrm>
          <a:prstGeom xmlns:a="http://schemas.openxmlformats.org/drawingml/2006/main" prst="roundRect">
            <a:avLst>
              <a:gd name="adj" fmla="val 145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dot-1-601">
            <a:extLst xmlns:a="http://schemas.openxmlformats.org/drawingml/2006/main">
              <a:ext uri="{FF2B5EF4-FFF2-40B4-BE49-F238E27FC236}">
                <a16:creationId xmlns:a16="http://schemas.microsoft.com/office/drawing/2014/main" id="{73CCAD9D-EB8C-4774-BB39-E234541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B5D"/>
          </a:solidFill>
        </p:spPr>
      </p:sp>
      <p:sp>
        <p:nvSpPr>
          <p:cNvPr id="8" name="dot-2-602">
            <a:extLst xmlns:a="http://schemas.openxmlformats.org/drawingml/2006/main">
              <a:ext uri="{FF2B5EF4-FFF2-40B4-BE49-F238E27FC236}">
                <a16:creationId xmlns:a16="http://schemas.microsoft.com/office/drawing/2014/main" id="{07EC1B5F-E759-4E29-8B9F-DF647720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14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84D"/>
          </a:solidFill>
        </p:spPr>
      </p:sp>
      <p:sp>
        <p:nvSpPr>
          <p:cNvPr id="9" name="dot-3-603">
            <a:extLst xmlns:a="http://schemas.openxmlformats.org/drawingml/2006/main">
              <a:ext uri="{FF2B5EF4-FFF2-40B4-BE49-F238E27FC236}">
                <a16:creationId xmlns:a16="http://schemas.microsoft.com/office/drawing/2014/main" id="{25A2370E-4670-4D5C-B8AC-44F2F5D5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14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78"/>
          </a:solidFill>
        </p:spPr>
      </p:sp>
      <p:sp>
        <p:nvSpPr>
          <p:cNvPr id="10" name="text-604">
            <a:extLst xmlns:a="http://schemas.openxmlformats.org/drawingml/2006/main">
              <a:ext uri="{FF2B5EF4-FFF2-40B4-BE49-F238E27FC236}">
                <a16:creationId xmlns:a16="http://schemas.microsoft.com/office/drawing/2014/main" id="{B9696566-2B61-448E-83CF-B31A5562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14600"/>
            <a:ext cx="7658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202F"/>
                </a:solidFill>
              </a:defRPr>
            </a:pPr>
            <a:r>
              <a:rPr sz="1200" b="1">
                <a:solidFill>
                  <a:srgbClr val="16202F"/>
                </a:solidFill>
              </a:rPr>
              <a:t>Payload Admin / Site Links</a:t>
            </a:r>
          </a:p>
        </p:txBody>
      </p:sp>
      <p:sp>
        <p:nvSpPr>
          <p:cNvPr id="11" name="mini-mark-579">
            <a:extLst xmlns:a="http://schemas.openxmlformats.org/drawingml/2006/main">
              <a:ext uri="{FF2B5EF4-FFF2-40B4-BE49-F238E27FC236}">
                <a16:creationId xmlns:a16="http://schemas.microsoft.com/office/drawing/2014/main" id="{0FEB804A-E339-42FD-989E-E5F67026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12" name="text-581">
            <a:extLst xmlns:a="http://schemas.openxmlformats.org/drawingml/2006/main">
              <a:ext uri="{FF2B5EF4-FFF2-40B4-BE49-F238E27FC236}">
                <a16:creationId xmlns:a16="http://schemas.microsoft.com/office/drawing/2014/main" id="{F24B9BC3-FFFD-4739-A53A-0A0EC96F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71800"/>
            <a:ext cx="798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02F"/>
                </a:solidFill>
              </a:defRPr>
            </a:pPr>
            <a:r>
              <a:rPr sz="1350" b="1">
                <a:solidFill>
                  <a:srgbClr val="16202F"/>
                </a:solidFill>
              </a:rPr>
              <a:t>Blog guide to commerce destination</a:t>
            </a:r>
          </a:p>
        </p:txBody>
      </p:sp>
      <p:sp>
        <p:nvSpPr>
          <p:cNvPr id="13" name="text-582">
            <a:extLst xmlns:a="http://schemas.openxmlformats.org/drawingml/2006/main">
              <a:ext uri="{FF2B5EF4-FFF2-40B4-BE49-F238E27FC236}">
                <a16:creationId xmlns:a16="http://schemas.microsoft.com/office/drawing/2014/main" id="{3B518388-457C-46F2-851E-787068A0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798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58F"/>
                </a:solidFill>
              </a:defRPr>
            </a:pPr>
            <a:r>
              <a:rPr sz="1125">
                <a:solidFill>
                  <a:srgbClr val="60758F"/>
                </a:solidFill>
              </a:rPr>
              <a:t>approved | campaign transition</a:t>
            </a:r>
          </a:p>
        </p:txBody>
      </p:sp>
      <p:sp>
        <p:nvSpPr>
          <p:cNvPr id="14" name="mini-mark-584">
            <a:extLst xmlns:a="http://schemas.openxmlformats.org/drawingml/2006/main">
              <a:ext uri="{FF2B5EF4-FFF2-40B4-BE49-F238E27FC236}">
                <a16:creationId xmlns:a16="http://schemas.microsoft.com/office/drawing/2014/main" id="{6560FB78-7C1F-4AC1-B155-FC64071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15" name="text-586">
            <a:extLst xmlns:a="http://schemas.openxmlformats.org/drawingml/2006/main">
              <a:ext uri="{FF2B5EF4-FFF2-40B4-BE49-F238E27FC236}">
                <a16:creationId xmlns:a16="http://schemas.microsoft.com/office/drawing/2014/main" id="{E9E5644A-D406-48DB-9E72-6A492128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798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02F"/>
                </a:solidFill>
              </a:defRPr>
            </a:pPr>
            <a:r>
              <a:rPr sz="1350" b="1">
                <a:solidFill>
                  <a:srgbClr val="16202F"/>
                </a:solidFill>
              </a:rPr>
              <a:t>Source</a:t>
            </a:r>
          </a:p>
        </p:txBody>
      </p:sp>
      <p:sp>
        <p:nvSpPr>
          <p:cNvPr id="16" name="text-587">
            <a:extLst xmlns:a="http://schemas.openxmlformats.org/drawingml/2006/main">
              <a:ext uri="{FF2B5EF4-FFF2-40B4-BE49-F238E27FC236}">
                <a16:creationId xmlns:a16="http://schemas.microsoft.com/office/drawing/2014/main" id="{155828D3-930A-4DB8-BB9B-B6E2C177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798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58F"/>
                </a:solidFill>
              </a:defRPr>
            </a:pPr>
            <a:r>
              <a:rPr sz="1125">
                <a:solidFill>
                  <a:srgbClr val="60758F"/>
                </a:solidFill>
              </a:rPr>
              <a:t>Knowledge hub / blog post</a:t>
            </a:r>
          </a:p>
        </p:txBody>
      </p:sp>
      <p:sp>
        <p:nvSpPr>
          <p:cNvPr id="17" name="mini-mark-589">
            <a:extLst xmlns:a="http://schemas.openxmlformats.org/drawingml/2006/main">
              <a:ext uri="{FF2B5EF4-FFF2-40B4-BE49-F238E27FC236}">
                <a16:creationId xmlns:a16="http://schemas.microsoft.com/office/drawing/2014/main" id="{B274A51C-6FC4-459D-938A-D12C4651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18" name="text-591">
            <a:extLst xmlns:a="http://schemas.openxmlformats.org/drawingml/2006/main">
              <a:ext uri="{FF2B5EF4-FFF2-40B4-BE49-F238E27FC236}">
                <a16:creationId xmlns:a16="http://schemas.microsoft.com/office/drawing/2014/main" id="{61340E5E-12E2-40E9-9CD4-9C3F5AB5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798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02F"/>
                </a:solidFill>
              </a:defRPr>
            </a:pPr>
            <a:r>
              <a:rPr sz="1350" b="1">
                <a:solidFill>
                  <a:srgbClr val="16202F"/>
                </a:solidFill>
              </a:rPr>
              <a:t>Target</a:t>
            </a:r>
          </a:p>
        </p:txBody>
      </p:sp>
      <p:sp>
        <p:nvSpPr>
          <p:cNvPr id="19" name="text-592">
            <a:extLst xmlns:a="http://schemas.openxmlformats.org/drawingml/2006/main">
              <a:ext uri="{FF2B5EF4-FFF2-40B4-BE49-F238E27FC236}">
                <a16:creationId xmlns:a16="http://schemas.microsoft.com/office/drawing/2014/main" id="{A813EB8F-4DA1-4BB5-9238-2CDDCE2C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798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58F"/>
                </a:solidFill>
              </a:defRPr>
            </a:pPr>
            <a:r>
              <a:rPr sz="1125">
                <a:solidFill>
                  <a:srgbClr val="60758F"/>
                </a:solidFill>
              </a:rPr>
              <a:t>Main commerce site / article</a:t>
            </a:r>
          </a:p>
        </p:txBody>
      </p:sp>
      <p:sp>
        <p:nvSpPr>
          <p:cNvPr id="20" name="mini-mark-594">
            <a:extLst xmlns:a="http://schemas.openxmlformats.org/drawingml/2006/main">
              <a:ext uri="{FF2B5EF4-FFF2-40B4-BE49-F238E27FC236}">
                <a16:creationId xmlns:a16="http://schemas.microsoft.com/office/drawing/2014/main" id="{16649D8A-CDE2-4710-A9A3-C8343E3E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3"/>
          </a:solidFill>
        </p:spPr>
      </p:sp>
      <p:sp>
        <p:nvSpPr>
          <p:cNvPr id="21" name="text-596">
            <a:extLst xmlns:a="http://schemas.openxmlformats.org/drawingml/2006/main">
              <a:ext uri="{FF2B5EF4-FFF2-40B4-BE49-F238E27FC236}">
                <a16:creationId xmlns:a16="http://schemas.microsoft.com/office/drawing/2014/main" id="{B0B338A5-F20A-42D8-8448-D8938207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33900"/>
            <a:ext cx="798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02F"/>
                </a:solidFill>
              </a:defRPr>
            </a:pPr>
            <a:r>
              <a:rPr sz="1350" b="1">
                <a:solidFill>
                  <a:srgbClr val="16202F"/>
                </a:solidFill>
              </a:rPr>
              <a:t>Transition</a:t>
            </a:r>
          </a:p>
        </p:txBody>
      </p:sp>
      <p:sp>
        <p:nvSpPr>
          <p:cNvPr id="22" name="text-597">
            <a:extLst xmlns:a="http://schemas.openxmlformats.org/drawingml/2006/main">
              <a:ext uri="{FF2B5EF4-FFF2-40B4-BE49-F238E27FC236}">
                <a16:creationId xmlns:a16="http://schemas.microsoft.com/office/drawing/2014/main" id="{CE8FB6EA-B0D4-4998-A4E9-C6C1B692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81550"/>
            <a:ext cx="798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58F"/>
                </a:solidFill>
              </a:defRPr>
            </a:pPr>
            <a:r>
              <a:rPr sz="1125">
                <a:solidFill>
                  <a:srgbClr val="60758F"/>
                </a:solidFill>
              </a:rPr>
              <a:t>soft handoff, CTA, query params</a:t>
            </a:r>
          </a:p>
        </p:txBody>
      </p:sp>
      <p:sp>
        <p:nvSpPr>
          <p:cNvPr id="23" name="product-panel-606">
            <a:extLst xmlns:a="http://schemas.openxmlformats.org/drawingml/2006/main">
              <a:ext uri="{FF2B5EF4-FFF2-40B4-BE49-F238E27FC236}">
                <a16:creationId xmlns:a16="http://schemas.microsoft.com/office/drawing/2014/main" id="{E526A7AB-CFF4-4FB4-AE85-34C34B76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2369820"/>
            <a:ext cx="786384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panel-mark-609">
            <a:extLst xmlns:a="http://schemas.openxmlformats.org/drawingml/2006/main">
              <a:ext uri="{FF2B5EF4-FFF2-40B4-BE49-F238E27FC236}">
                <a16:creationId xmlns:a16="http://schemas.microsoft.com/office/drawing/2014/main" id="{3E00D5B6-F344-4612-A5F7-8A1EC9D1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908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25" name="text-610">
            <a:extLst xmlns:a="http://schemas.openxmlformats.org/drawingml/2006/main">
              <a:ext uri="{FF2B5EF4-FFF2-40B4-BE49-F238E27FC236}">
                <a16:creationId xmlns:a16="http://schemas.microsoft.com/office/drawing/2014/main" id="{F58FC32F-8DD7-41DA-B7F6-AEBA87B9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71750"/>
            <a:ext cx="7143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Route</a:t>
            </a:r>
          </a:p>
        </p:txBody>
      </p:sp>
      <p:sp>
        <p:nvSpPr>
          <p:cNvPr id="26" name="text-611">
            <a:extLst xmlns:a="http://schemas.openxmlformats.org/drawingml/2006/main">
              <a:ext uri="{FF2B5EF4-FFF2-40B4-BE49-F238E27FC236}">
                <a16:creationId xmlns:a16="http://schemas.microsoft.com/office/drawing/2014/main" id="{66989C5C-6A61-4DC0-9A13-4A8BD0F1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71800"/>
            <a:ext cx="733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Source site/content/path и target site/content/URL.</a:t>
            </a:r>
          </a:p>
        </p:txBody>
      </p:sp>
      <p:sp>
        <p:nvSpPr>
          <p:cNvPr id="27" name="product-panel-612">
            <a:extLst xmlns:a="http://schemas.openxmlformats.org/drawingml/2006/main">
              <a:ext uri="{FF2B5EF4-FFF2-40B4-BE49-F238E27FC236}">
                <a16:creationId xmlns:a16="http://schemas.microsoft.com/office/drawing/2014/main" id="{E7B95284-16BE-458E-BD00-05878FA7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3562350"/>
            <a:ext cx="786384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panel-mark-615">
            <a:extLst xmlns:a="http://schemas.openxmlformats.org/drawingml/2006/main">
              <a:ext uri="{FF2B5EF4-FFF2-40B4-BE49-F238E27FC236}">
                <a16:creationId xmlns:a16="http://schemas.microsoft.com/office/drawing/2014/main" id="{AFED21F4-C6A2-44FA-A200-CC7D892F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719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29" name="text-616">
            <a:extLst xmlns:a="http://schemas.openxmlformats.org/drawingml/2006/main">
              <a:ext uri="{FF2B5EF4-FFF2-40B4-BE49-F238E27FC236}">
                <a16:creationId xmlns:a16="http://schemas.microsoft.com/office/drawing/2014/main" id="{F4472E9B-B60D-4719-9069-134B3804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71900"/>
            <a:ext cx="7143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Editorial</a:t>
            </a:r>
          </a:p>
        </p:txBody>
      </p:sp>
      <p:sp>
        <p:nvSpPr>
          <p:cNvPr id="30" name="text-617">
            <a:extLst xmlns:a="http://schemas.openxmlformats.org/drawingml/2006/main">
              <a:ext uri="{FF2B5EF4-FFF2-40B4-BE49-F238E27FC236}">
                <a16:creationId xmlns:a16="http://schemas.microsoft.com/office/drawing/2014/main" id="{E3AE4645-F8D3-4F03-82FE-4C7240BC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71950"/>
            <a:ext cx="733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Anchor text, placement, priority и editor notes.</a:t>
            </a:r>
          </a:p>
        </p:txBody>
      </p:sp>
      <p:sp>
        <p:nvSpPr>
          <p:cNvPr id="31" name="product-panel-618">
            <a:extLst xmlns:a="http://schemas.openxmlformats.org/drawingml/2006/main">
              <a:ext uri="{FF2B5EF4-FFF2-40B4-BE49-F238E27FC236}">
                <a16:creationId xmlns:a16="http://schemas.microsoft.com/office/drawing/2014/main" id="{63D2B996-BB87-47B1-B09D-6DE17E29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4754880"/>
            <a:ext cx="786384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panel-mark-621">
            <a:extLst xmlns:a="http://schemas.openxmlformats.org/drawingml/2006/main">
              <a:ext uri="{FF2B5EF4-FFF2-40B4-BE49-F238E27FC236}">
                <a16:creationId xmlns:a16="http://schemas.microsoft.com/office/drawing/2014/main" id="{D58D258F-E729-44BC-A1B5-535C0008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530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33" name="text-622">
            <a:extLst xmlns:a="http://schemas.openxmlformats.org/drawingml/2006/main">
              <a:ext uri="{FF2B5EF4-FFF2-40B4-BE49-F238E27FC236}">
                <a16:creationId xmlns:a16="http://schemas.microsoft.com/office/drawing/2014/main" id="{ED16D09F-330F-4657-9425-3967F7E7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72050"/>
            <a:ext cx="7143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Transition</a:t>
            </a:r>
          </a:p>
        </p:txBody>
      </p:sp>
      <p:sp>
        <p:nvSpPr>
          <p:cNvPr id="34" name="text-623">
            <a:extLst xmlns:a="http://schemas.openxmlformats.org/drawingml/2006/main">
              <a:ext uri="{FF2B5EF4-FFF2-40B4-BE49-F238E27FC236}">
                <a16:creationId xmlns:a16="http://schemas.microsoft.com/office/drawing/2014/main" id="{75A759F3-C986-407D-8852-0840E96B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353050"/>
            <a:ext cx="733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Direct link, soft handoff, campaign bridge, language selector или product bridge.</a:t>
            </a:r>
          </a:p>
        </p:txBody>
      </p:sp>
      <p:sp>
        <p:nvSpPr>
          <p:cNvPr id="35" name="product-panel-624">
            <a:extLst xmlns:a="http://schemas.openxmlformats.org/drawingml/2006/main">
              <a:ext uri="{FF2B5EF4-FFF2-40B4-BE49-F238E27FC236}">
                <a16:creationId xmlns:a16="http://schemas.microsoft.com/office/drawing/2014/main" id="{F4DFFF5C-E3EC-4EF7-B859-D33ED4B1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5947410"/>
            <a:ext cx="786384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6" name="panel-mark-627">
            <a:extLst xmlns:a="http://schemas.openxmlformats.org/drawingml/2006/main">
              <a:ext uri="{FF2B5EF4-FFF2-40B4-BE49-F238E27FC236}">
                <a16:creationId xmlns:a16="http://schemas.microsoft.com/office/drawing/2014/main" id="{62CDE2E6-97F8-4B20-8042-771F23D7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1722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3"/>
          </a:solidFill>
        </p:spPr>
      </p:sp>
      <p:sp>
        <p:nvSpPr>
          <p:cNvPr id="37" name="text-628">
            <a:extLst xmlns:a="http://schemas.openxmlformats.org/drawingml/2006/main">
              <a:ext uri="{FF2B5EF4-FFF2-40B4-BE49-F238E27FC236}">
                <a16:creationId xmlns:a16="http://schemas.microsoft.com/office/drawing/2014/main" id="{EB1522A6-258D-4DB2-A9DA-B263A3B5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153150"/>
            <a:ext cx="7143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AI Review</a:t>
            </a:r>
          </a:p>
        </p:txBody>
      </p:sp>
      <p:sp>
        <p:nvSpPr>
          <p:cNvPr id="38" name="text-629">
            <a:extLst xmlns:a="http://schemas.openxmlformats.org/drawingml/2006/main">
              <a:ext uri="{FF2B5EF4-FFF2-40B4-BE49-F238E27FC236}">
                <a16:creationId xmlns:a16="http://schemas.microsoft.com/office/drawing/2014/main" id="{4674CC83-9931-43E8-B5BE-A242DDAC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53200"/>
            <a:ext cx="733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Rationale, risk и suggestedBy для контроля качества.</a:t>
            </a:r>
          </a:p>
        </p:txBody>
      </p:sp>
      <p:sp>
        <p:nvSpPr>
          <p:cNvPr id="39" name="text-639">
            <a:extLst xmlns:a="http://schemas.openxmlformats.org/drawingml/2006/main">
              <a:ext uri="{FF2B5EF4-FFF2-40B4-BE49-F238E27FC236}">
                <a16:creationId xmlns:a16="http://schemas.microsoft.com/office/drawing/2014/main" id="{F8906292-AAE8-42A4-833A-B69D08B8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00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58F"/>
                </a:solidFill>
              </a:defRPr>
            </a:pPr>
            <a:r>
              <a:rPr sz="1050">
                <a:solidFill>
                  <a:srgbClr val="60758F"/>
                </a:solidFill>
              </a:rPr>
              <a:t>CMS AI product overview</a:t>
            </a:r>
          </a:p>
        </p:txBody>
      </p:sp>
      <p:sp>
        <p:nvSpPr>
          <p:cNvPr id="40" name="text-640">
            <a:extLst xmlns:a="http://schemas.openxmlformats.org/drawingml/2006/main">
              <a:ext uri="{FF2B5EF4-FFF2-40B4-BE49-F238E27FC236}">
                <a16:creationId xmlns:a16="http://schemas.microsoft.com/office/drawing/2014/main" id="{587D0FF9-2260-4851-96DF-2CFF7B2A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6012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6B6F"/>
                </a:solidFill>
              </a:defRPr>
            </a:pPr>
            <a:r>
              <a:rPr sz="1050" b="1">
                <a:solidFill>
                  <a:srgbClr val="0B6B6F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026251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688">
            <a:extLst xmlns:a="http://schemas.openxmlformats.org/drawingml/2006/main">
              <a:ext uri="{FF2B5EF4-FFF2-40B4-BE49-F238E27FC236}">
                <a16:creationId xmlns:a16="http://schemas.microsoft.com/office/drawing/2014/main" id="{7AA25B42-8903-4837-9A14-14581FE0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</p:spPr>
      </p:sp>
      <p:sp>
        <p:nvSpPr>
          <p:cNvPr id="2" name="accent-strip-689">
            <a:extLst xmlns:a="http://schemas.openxmlformats.org/drawingml/2006/main">
              <a:ext uri="{FF2B5EF4-FFF2-40B4-BE49-F238E27FC236}">
                <a16:creationId xmlns:a16="http://schemas.microsoft.com/office/drawing/2014/main" id="{9EDB25EE-EE05-4C53-BD18-220705B6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3" name="text-692">
            <a:extLst xmlns:a="http://schemas.openxmlformats.org/drawingml/2006/main">
              <a:ext uri="{FF2B5EF4-FFF2-40B4-BE49-F238E27FC236}">
                <a16:creationId xmlns:a16="http://schemas.microsoft.com/office/drawing/2014/main" id="{A1F1C000-8355-4282-AF09-4FDAF376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6B6F"/>
                </a:solidFill>
              </a:defRPr>
            </a:pPr>
            <a:r>
              <a:rPr sz="1200" b="1">
                <a:solidFill>
                  <a:srgbClr val="0B6B6F"/>
                </a:solidFill>
              </a:rPr>
              <a:t>ARTICLES + MEDIA + GENERATION</a:t>
            </a:r>
          </a:p>
        </p:txBody>
      </p:sp>
      <p:sp>
        <p:nvSpPr>
          <p:cNvPr id="4" name="text-693">
            <a:extLst xmlns:a="http://schemas.openxmlformats.org/drawingml/2006/main">
              <a:ext uri="{FF2B5EF4-FFF2-40B4-BE49-F238E27FC236}">
                <a16:creationId xmlns:a16="http://schemas.microsoft.com/office/drawing/2014/main" id="{EF6C0E7A-8FF4-487B-80BD-2F10ABF7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166497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202F"/>
                </a:solidFill>
              </a:defRPr>
            </a:pPr>
            <a:r>
              <a:rPr sz="4200" b="1">
                <a:solidFill>
                  <a:srgbClr val="16202F"/>
                </a:solidFill>
              </a:rPr>
              <a:t>Библиотека контента и медиа закрывает ежедневную редакционную работу</a:t>
            </a:r>
          </a:p>
        </p:txBody>
      </p:sp>
      <p:sp>
        <p:nvSpPr>
          <p:cNvPr id="5" name="text-694">
            <a:extLst xmlns:a="http://schemas.openxmlformats.org/drawingml/2006/main">
              <a:ext uri="{FF2B5EF4-FFF2-40B4-BE49-F238E27FC236}">
                <a16:creationId xmlns:a16="http://schemas.microsoft.com/office/drawing/2014/main" id="{3F04B7E1-D7B1-4F83-B5BC-B3C553EF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219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0758F"/>
                </a:solidFill>
              </a:defRPr>
            </a:pPr>
            <a:r>
              <a:rPr sz="1950">
                <a:solidFill>
                  <a:srgbClr val="60758F"/>
                </a:solidFill>
              </a:rPr>
              <a:t>Articles дают базовый content surface, Media хранит файлы, Generate помогает подготовить визуальные черновики.</a:t>
            </a:r>
          </a:p>
        </p:txBody>
      </p:sp>
      <p:sp>
        <p:nvSpPr>
          <p:cNvPr id="6" name="product-panel-643">
            <a:extLst xmlns:a="http://schemas.openxmlformats.org/drawingml/2006/main">
              <a:ext uri="{FF2B5EF4-FFF2-40B4-BE49-F238E27FC236}">
                <a16:creationId xmlns:a16="http://schemas.microsoft.com/office/drawing/2014/main" id="{C2B874B9-B776-480E-B318-496535F4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2720"/>
            <a:ext cx="5435600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panel-mark-646">
            <a:extLst xmlns:a="http://schemas.openxmlformats.org/drawingml/2006/main">
              <a:ext uri="{FF2B5EF4-FFF2-40B4-BE49-F238E27FC236}">
                <a16:creationId xmlns:a16="http://schemas.microsoft.com/office/drawing/2014/main" id="{D425371A-0F5F-47C5-AEF5-6B359B1B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8" name="text-647">
            <a:extLst xmlns:a="http://schemas.openxmlformats.org/drawingml/2006/main">
              <a:ext uri="{FF2B5EF4-FFF2-40B4-BE49-F238E27FC236}">
                <a16:creationId xmlns:a16="http://schemas.microsoft.com/office/drawing/2014/main" id="{F5CDCFAF-3271-4A5A-88DB-03137914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Articles</a:t>
            </a:r>
          </a:p>
        </p:txBody>
      </p:sp>
      <p:sp>
        <p:nvSpPr>
          <p:cNvPr id="9" name="text-648">
            <a:extLst xmlns:a="http://schemas.openxmlformats.org/drawingml/2006/main">
              <a:ext uri="{FF2B5EF4-FFF2-40B4-BE49-F238E27FC236}">
                <a16:creationId xmlns:a16="http://schemas.microsoft.com/office/drawing/2014/main" id="{B05DEE03-AB9E-4719-BD9C-F104714A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Rich text, callout/code/table blocks, категории, SEO, drafts и autosave.</a:t>
            </a:r>
          </a:p>
        </p:txBody>
      </p:sp>
      <p:sp>
        <p:nvSpPr>
          <p:cNvPr id="10" name="product-panel-649">
            <a:extLst xmlns:a="http://schemas.openxmlformats.org/drawingml/2006/main">
              <a:ext uri="{FF2B5EF4-FFF2-40B4-BE49-F238E27FC236}">
                <a16:creationId xmlns:a16="http://schemas.microsoft.com/office/drawing/2014/main" id="{8BF8C256-4C65-447B-B6D8-BE195027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712720"/>
            <a:ext cx="543560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panel-mark-652">
            <a:extLst xmlns:a="http://schemas.openxmlformats.org/drawingml/2006/main">
              <a:ext uri="{FF2B5EF4-FFF2-40B4-BE49-F238E27FC236}">
                <a16:creationId xmlns:a16="http://schemas.microsoft.com/office/drawing/2014/main" id="{51A8BD01-449B-439D-9271-66BA37E6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337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12" name="text-653">
            <a:extLst xmlns:a="http://schemas.openxmlformats.org/drawingml/2006/main">
              <a:ext uri="{FF2B5EF4-FFF2-40B4-BE49-F238E27FC236}">
                <a16:creationId xmlns:a16="http://schemas.microsoft.com/office/drawing/2014/main" id="{35952A00-D024-4B69-9FC6-610B9AF0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1465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Media</a:t>
            </a:r>
          </a:p>
        </p:txBody>
      </p:sp>
      <p:sp>
        <p:nvSpPr>
          <p:cNvPr id="13" name="text-654">
            <a:extLst xmlns:a="http://schemas.openxmlformats.org/drawingml/2006/main">
              <a:ext uri="{FF2B5EF4-FFF2-40B4-BE49-F238E27FC236}">
                <a16:creationId xmlns:a16="http://schemas.microsoft.com/office/drawing/2014/main" id="{5429FD0B-432E-4D3D-8964-4D340830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14700"/>
            <a:ext cx="489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Изображения, документы для RAG, alt, caption и tags.</a:t>
            </a:r>
          </a:p>
        </p:txBody>
      </p:sp>
      <p:sp>
        <p:nvSpPr>
          <p:cNvPr id="14" name="product-panel-655">
            <a:extLst xmlns:a="http://schemas.openxmlformats.org/drawingml/2006/main">
              <a:ext uri="{FF2B5EF4-FFF2-40B4-BE49-F238E27FC236}">
                <a16:creationId xmlns:a16="http://schemas.microsoft.com/office/drawing/2014/main" id="{EF6635AD-AEC3-47C9-8B2E-1760E20E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3250" y="2712720"/>
            <a:ext cx="5435600" cy="1268730"/>
          </a:xfrm>
          <a:prstGeom xmlns:a="http://schemas.openxmlformats.org/drawingml/2006/main" prst="roundRect">
            <a:avLst>
              <a:gd name="adj" fmla="val 600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panel-mark-658">
            <a:extLst xmlns:a="http://schemas.openxmlformats.org/drawingml/2006/main">
              <a:ext uri="{FF2B5EF4-FFF2-40B4-BE49-F238E27FC236}">
                <a16:creationId xmlns:a16="http://schemas.microsoft.com/office/drawing/2014/main" id="{14A6BFF3-47E2-49A5-8549-1F4257E3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9337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16" name="text-659">
            <a:extLst xmlns:a="http://schemas.openxmlformats.org/drawingml/2006/main">
              <a:ext uri="{FF2B5EF4-FFF2-40B4-BE49-F238E27FC236}">
                <a16:creationId xmlns:a16="http://schemas.microsoft.com/office/drawing/2014/main" id="{A1EAD561-B31F-4F63-AC29-21350AA5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914650"/>
            <a:ext cx="470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Generate</a:t>
            </a:r>
          </a:p>
        </p:txBody>
      </p:sp>
      <p:sp>
        <p:nvSpPr>
          <p:cNvPr id="17" name="text-660">
            <a:extLst xmlns:a="http://schemas.openxmlformats.org/drawingml/2006/main">
              <a:ext uri="{FF2B5EF4-FFF2-40B4-BE49-F238E27FC236}">
                <a16:creationId xmlns:a16="http://schemas.microsoft.com/office/drawing/2014/main" id="{BDFA3536-764D-4D33-9164-B55DE9D7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3147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Черновики изображений и видео для статей, блогов и презентаций продукта.</a:t>
            </a:r>
          </a:p>
        </p:txBody>
      </p:sp>
      <p:sp>
        <p:nvSpPr>
          <p:cNvPr id="18" name="mock-window-680">
            <a:extLst xmlns:a="http://schemas.openxmlformats.org/drawingml/2006/main">
              <a:ext uri="{FF2B5EF4-FFF2-40B4-BE49-F238E27FC236}">
                <a16:creationId xmlns:a16="http://schemas.microsoft.com/office/drawing/2014/main" id="{73FB8D9B-CB53-4817-8254-F3F5B7C0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166497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dot-1-683">
            <a:extLst xmlns:a="http://schemas.openxmlformats.org/drawingml/2006/main">
              <a:ext uri="{FF2B5EF4-FFF2-40B4-BE49-F238E27FC236}">
                <a16:creationId xmlns:a16="http://schemas.microsoft.com/office/drawing/2014/main" id="{74258A12-8C80-4A2C-A693-44B78672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B5D"/>
          </a:solidFill>
        </p:spPr>
      </p:sp>
      <p:sp>
        <p:nvSpPr>
          <p:cNvPr id="20" name="dot-2-684">
            <a:extLst xmlns:a="http://schemas.openxmlformats.org/drawingml/2006/main">
              <a:ext uri="{FF2B5EF4-FFF2-40B4-BE49-F238E27FC236}">
                <a16:creationId xmlns:a16="http://schemas.microsoft.com/office/drawing/2014/main" id="{AD4207CA-0ED7-4232-A8D2-FEB0703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84D"/>
          </a:solidFill>
        </p:spPr>
      </p:sp>
      <p:sp>
        <p:nvSpPr>
          <p:cNvPr id="21" name="dot-3-685">
            <a:extLst xmlns:a="http://schemas.openxmlformats.org/drawingml/2006/main">
              <a:ext uri="{FF2B5EF4-FFF2-40B4-BE49-F238E27FC236}">
                <a16:creationId xmlns:a16="http://schemas.microsoft.com/office/drawing/2014/main" id="{BE1B1F7F-FF9E-48F2-A4EE-65B5F442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78"/>
          </a:solidFill>
        </p:spPr>
      </p:sp>
      <p:sp>
        <p:nvSpPr>
          <p:cNvPr id="22" name="text-686">
            <a:extLst xmlns:a="http://schemas.openxmlformats.org/drawingml/2006/main">
              <a:ext uri="{FF2B5EF4-FFF2-40B4-BE49-F238E27FC236}">
                <a16:creationId xmlns:a16="http://schemas.microsoft.com/office/drawing/2014/main" id="{C48753CD-F1BB-49C2-B5D3-4A99CC48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1579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202F"/>
                </a:solidFill>
              </a:defRPr>
            </a:pPr>
            <a:r>
              <a:rPr sz="1200" b="1">
                <a:solidFill>
                  <a:srgbClr val="16202F"/>
                </a:solidFill>
              </a:rPr>
              <a:t>AI Workbench / Generate</a:t>
            </a:r>
          </a:p>
        </p:txBody>
      </p:sp>
      <p:sp>
        <p:nvSpPr>
          <p:cNvPr id="23" name="product-panel-662">
            <a:extLst xmlns:a="http://schemas.openxmlformats.org/drawingml/2006/main">
              <a:ext uri="{FF2B5EF4-FFF2-40B4-BE49-F238E27FC236}">
                <a16:creationId xmlns:a16="http://schemas.microsoft.com/office/drawing/2014/main" id="{1509C37E-655B-4525-9A43-C70D7EBA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00600"/>
            <a:ext cx="533400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panel-mark-665">
            <a:extLst xmlns:a="http://schemas.openxmlformats.org/drawingml/2006/main">
              <a:ext uri="{FF2B5EF4-FFF2-40B4-BE49-F238E27FC236}">
                <a16:creationId xmlns:a16="http://schemas.microsoft.com/office/drawing/2014/main" id="{B673D384-A479-41CE-9E08-83BAB3A5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292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25" name="text-666">
            <a:extLst xmlns:a="http://schemas.openxmlformats.org/drawingml/2006/main">
              <a:ext uri="{FF2B5EF4-FFF2-40B4-BE49-F238E27FC236}">
                <a16:creationId xmlns:a16="http://schemas.microsoft.com/office/drawing/2014/main" id="{FA864558-DAA0-4147-B994-3A669B7A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Image draft</a:t>
            </a:r>
          </a:p>
        </p:txBody>
      </p:sp>
      <p:sp>
        <p:nvSpPr>
          <p:cNvPr id="26" name="text-667">
            <a:extLst xmlns:a="http://schemas.openxmlformats.org/drawingml/2006/main">
              <a:ext uri="{FF2B5EF4-FFF2-40B4-BE49-F238E27FC236}">
                <a16:creationId xmlns:a16="http://schemas.microsoft.com/office/drawing/2014/main" id="{00B54E70-1EAA-4956-84C3-AADD999F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10200"/>
            <a:ext cx="4800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prompt, aspect ratio, result URL</a:t>
            </a:r>
          </a:p>
        </p:txBody>
      </p:sp>
      <p:sp>
        <p:nvSpPr>
          <p:cNvPr id="27" name="product-panel-668">
            <a:extLst xmlns:a="http://schemas.openxmlformats.org/drawingml/2006/main">
              <a:ext uri="{FF2B5EF4-FFF2-40B4-BE49-F238E27FC236}">
                <a16:creationId xmlns:a16="http://schemas.microsoft.com/office/drawing/2014/main" id="{9007D5E8-C02E-498D-96D1-7BB34698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00600"/>
            <a:ext cx="533400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panel-mark-671">
            <a:extLst xmlns:a="http://schemas.openxmlformats.org/drawingml/2006/main">
              <a:ext uri="{FF2B5EF4-FFF2-40B4-BE49-F238E27FC236}">
                <a16:creationId xmlns:a16="http://schemas.microsoft.com/office/drawing/2014/main" id="{BF91FAE8-428A-43C4-B36B-18134BFE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A8C"/>
          </a:solidFill>
        </p:spPr>
      </p:sp>
      <p:sp>
        <p:nvSpPr>
          <p:cNvPr id="29" name="text-672">
            <a:extLst xmlns:a="http://schemas.openxmlformats.org/drawingml/2006/main">
              <a:ext uri="{FF2B5EF4-FFF2-40B4-BE49-F238E27FC236}">
                <a16:creationId xmlns:a16="http://schemas.microsoft.com/office/drawing/2014/main" id="{8EFD7BF5-DD6E-4D8C-9FE1-F1097F6C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1015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Video draft</a:t>
            </a:r>
          </a:p>
        </p:txBody>
      </p:sp>
      <p:sp>
        <p:nvSpPr>
          <p:cNvPr id="30" name="text-673">
            <a:extLst xmlns:a="http://schemas.openxmlformats.org/drawingml/2006/main">
              <a:ext uri="{FF2B5EF4-FFF2-40B4-BE49-F238E27FC236}">
                <a16:creationId xmlns:a16="http://schemas.microsoft.com/office/drawing/2014/main" id="{865267F6-2882-4484-BCC2-46E19560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10200"/>
            <a:ext cx="4800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prompt, optional source image, request ID</a:t>
            </a:r>
          </a:p>
        </p:txBody>
      </p:sp>
      <p:sp>
        <p:nvSpPr>
          <p:cNvPr id="31" name="product-panel-674">
            <a:extLst xmlns:a="http://schemas.openxmlformats.org/drawingml/2006/main">
              <a:ext uri="{FF2B5EF4-FFF2-40B4-BE49-F238E27FC236}">
                <a16:creationId xmlns:a16="http://schemas.microsoft.com/office/drawing/2014/main" id="{D38E898D-F686-45F6-A234-52A402A4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800600"/>
            <a:ext cx="533400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panel-mark-677">
            <a:extLst xmlns:a="http://schemas.openxmlformats.org/drawingml/2006/main">
              <a:ext uri="{FF2B5EF4-FFF2-40B4-BE49-F238E27FC236}">
                <a16:creationId xmlns:a16="http://schemas.microsoft.com/office/drawing/2014/main" id="{88A95C69-09B7-482E-A27D-35C0605D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50292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7"/>
          </a:solidFill>
        </p:spPr>
      </p:sp>
      <p:sp>
        <p:nvSpPr>
          <p:cNvPr id="33" name="text-678">
            <a:extLst xmlns:a="http://schemas.openxmlformats.org/drawingml/2006/main">
              <a:ext uri="{FF2B5EF4-FFF2-40B4-BE49-F238E27FC236}">
                <a16:creationId xmlns:a16="http://schemas.microsoft.com/office/drawing/2014/main" id="{64E883D1-6580-45EE-92EF-603FB0F5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501015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Media handoff</a:t>
            </a:r>
          </a:p>
        </p:txBody>
      </p:sp>
      <p:sp>
        <p:nvSpPr>
          <p:cNvPr id="34" name="text-679">
            <a:extLst xmlns:a="http://schemas.openxmlformats.org/drawingml/2006/main">
              <a:ext uri="{FF2B5EF4-FFF2-40B4-BE49-F238E27FC236}">
                <a16:creationId xmlns:a16="http://schemas.microsoft.com/office/drawing/2014/main" id="{C9E90F4E-5F3B-4086-BE69-E54F3AB8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5410200"/>
            <a:ext cx="4800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результат можно сохранить как CMS asset</a:t>
            </a:r>
          </a:p>
        </p:txBody>
      </p:sp>
      <p:sp>
        <p:nvSpPr>
          <p:cNvPr id="35" name="text-696">
            <a:extLst xmlns:a="http://schemas.openxmlformats.org/drawingml/2006/main">
              <a:ext uri="{FF2B5EF4-FFF2-40B4-BE49-F238E27FC236}">
                <a16:creationId xmlns:a16="http://schemas.microsoft.com/office/drawing/2014/main" id="{1A33116E-D362-4B4D-B20D-3EDC6DFF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00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58F"/>
                </a:solidFill>
              </a:defRPr>
            </a:pPr>
            <a:r>
              <a:rPr sz="1050">
                <a:solidFill>
                  <a:srgbClr val="60758F"/>
                </a:solidFill>
              </a:rPr>
              <a:t>CMS AI product overview</a:t>
            </a:r>
          </a:p>
        </p:txBody>
      </p:sp>
      <p:sp>
        <p:nvSpPr>
          <p:cNvPr id="36" name="text-697">
            <a:extLst xmlns:a="http://schemas.openxmlformats.org/drawingml/2006/main">
              <a:ext uri="{FF2B5EF4-FFF2-40B4-BE49-F238E27FC236}">
                <a16:creationId xmlns:a16="http://schemas.microsoft.com/office/drawing/2014/main" id="{559E3563-CD7C-4845-B625-EE7B30ED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6012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6B6F"/>
                </a:solidFill>
              </a:defRPr>
            </a:pPr>
            <a:r>
              <a:rPr sz="1050" b="1">
                <a:solidFill>
                  <a:srgbClr val="0B6B6F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4283021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746">
            <a:extLst xmlns:a="http://schemas.openxmlformats.org/drawingml/2006/main">
              <a:ext uri="{FF2B5EF4-FFF2-40B4-BE49-F238E27FC236}">
                <a16:creationId xmlns:a16="http://schemas.microsoft.com/office/drawing/2014/main" id="{48F6E5BD-43D8-4679-BEC6-DC50032D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</p:spPr>
      </p:sp>
      <p:sp>
        <p:nvSpPr>
          <p:cNvPr id="2" name="accent-strip-747">
            <a:extLst xmlns:a="http://schemas.openxmlformats.org/drawingml/2006/main">
              <a:ext uri="{FF2B5EF4-FFF2-40B4-BE49-F238E27FC236}">
                <a16:creationId xmlns:a16="http://schemas.microsoft.com/office/drawing/2014/main" id="{6A191746-8454-4815-991F-FAF1D740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3" name="text-750">
            <a:extLst xmlns:a="http://schemas.openxmlformats.org/drawingml/2006/main">
              <a:ext uri="{FF2B5EF4-FFF2-40B4-BE49-F238E27FC236}">
                <a16:creationId xmlns:a16="http://schemas.microsoft.com/office/drawing/2014/main" id="{13D5A647-F426-41F0-AA23-333D39F9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6B6F"/>
                </a:solidFill>
              </a:defRPr>
            </a:pPr>
            <a:r>
              <a:rPr sz="1200" b="1">
                <a:solidFill>
                  <a:srgbClr val="0B6B6F"/>
                </a:solidFill>
              </a:rPr>
              <a:t>END-TO-END СЦЕНАРИЙ</a:t>
            </a:r>
          </a:p>
        </p:txBody>
      </p:sp>
      <p:sp>
        <p:nvSpPr>
          <p:cNvPr id="4" name="text-751">
            <a:extLst xmlns:a="http://schemas.openxmlformats.org/drawingml/2006/main">
              <a:ext uri="{FF2B5EF4-FFF2-40B4-BE49-F238E27FC236}">
                <a16:creationId xmlns:a16="http://schemas.microsoft.com/office/drawing/2014/main" id="{15F1908C-BF4D-457A-81E9-EB012E30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16649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202F"/>
                </a:solidFill>
              </a:defRPr>
            </a:pPr>
            <a:r>
              <a:rPr sz="4200" b="1">
                <a:solidFill>
                  <a:srgbClr val="16202F"/>
                </a:solidFill>
              </a:rPr>
              <a:t>Как этим пользоваться на демо и в реальной работе</a:t>
            </a:r>
          </a:p>
        </p:txBody>
      </p:sp>
      <p:sp>
        <p:nvSpPr>
          <p:cNvPr id="5" name="text-752">
            <a:extLst xmlns:a="http://schemas.openxmlformats.org/drawingml/2006/main">
              <a:ext uri="{FF2B5EF4-FFF2-40B4-BE49-F238E27FC236}">
                <a16:creationId xmlns:a16="http://schemas.microsoft.com/office/drawing/2014/main" id="{3092D3E8-1BFF-47BF-9BF7-24398371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11544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0758F"/>
                </a:solidFill>
              </a:defRPr>
            </a:pPr>
            <a:r>
              <a:rPr sz="1950">
                <a:solidFill>
                  <a:srgbClr val="60758F"/>
                </a:solidFill>
              </a:rPr>
              <a:t>Один продуктовый цикл: загрузить источники, проверить ответы, оформить контент и связать его с нужными сайтами.</a:t>
            </a:r>
          </a:p>
        </p:txBody>
      </p:sp>
      <p:sp>
        <p:nvSpPr>
          <p:cNvPr id="6" name="flow-node-699">
            <a:extLst xmlns:a="http://schemas.openxmlformats.org/drawingml/2006/main">
              <a:ext uri="{FF2B5EF4-FFF2-40B4-BE49-F238E27FC236}">
                <a16:creationId xmlns:a16="http://schemas.microsoft.com/office/drawing/2014/main" id="{5CD33CC9-20F9-4D56-9086-D3CE7092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9820"/>
            <a:ext cx="3690938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text-701">
            <a:extLst xmlns:a="http://schemas.openxmlformats.org/drawingml/2006/main">
              <a:ext uri="{FF2B5EF4-FFF2-40B4-BE49-F238E27FC236}">
                <a16:creationId xmlns:a16="http://schemas.microsoft.com/office/drawing/2014/main" id="{F85250EB-D3E3-46C1-9E59-48A7901B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3314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F"/>
                </a:solidFill>
              </a:defRPr>
            </a:pPr>
            <a:r>
              <a:rPr sz="1650" b="1">
                <a:solidFill>
                  <a:srgbClr val="16202F"/>
                </a:solidFill>
              </a:rPr>
              <a:t>1. Загрузить</a:t>
            </a:r>
          </a:p>
        </p:txBody>
      </p:sp>
      <p:sp>
        <p:nvSpPr>
          <p:cNvPr id="8" name="text-702">
            <a:extLst xmlns:a="http://schemas.openxmlformats.org/drawingml/2006/main">
              <a:ext uri="{FF2B5EF4-FFF2-40B4-BE49-F238E27FC236}">
                <a16:creationId xmlns:a16="http://schemas.microsoft.com/office/drawing/2014/main" id="{2535E147-1462-45ED-9DF9-A3F588C0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331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58F"/>
                </a:solidFill>
              </a:defRPr>
            </a:pPr>
            <a:r>
              <a:rPr sz="1275">
                <a:solidFill>
                  <a:srgbClr val="60758F"/>
                </a:solidFill>
              </a:rPr>
              <a:t>документы в Media</a:t>
            </a:r>
          </a:p>
        </p:txBody>
      </p:sp>
      <p:sp>
        <p:nvSpPr>
          <p:cNvPr id="9" name="text-703">
            <a:extLst xmlns:a="http://schemas.openxmlformats.org/drawingml/2006/main">
              <a:ext uri="{FF2B5EF4-FFF2-40B4-BE49-F238E27FC236}">
                <a16:creationId xmlns:a16="http://schemas.microsoft.com/office/drawing/2014/main" id="{56FB519A-B6E1-44B2-8C25-53B7F3CF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6B6F"/>
                </a:solidFill>
              </a:defRPr>
            </a:pPr>
            <a:r>
              <a:rPr sz="1950" b="1">
                <a:solidFill>
                  <a:srgbClr val="0B6B6F"/>
                </a:solidFill>
              </a:rPr>
              <a:t>-&gt;</a:t>
            </a:r>
          </a:p>
        </p:txBody>
      </p:sp>
      <p:sp>
        <p:nvSpPr>
          <p:cNvPr id="10" name="flow-node-704">
            <a:extLst xmlns:a="http://schemas.openxmlformats.org/drawingml/2006/main">
              <a:ext uri="{FF2B5EF4-FFF2-40B4-BE49-F238E27FC236}">
                <a16:creationId xmlns:a16="http://schemas.microsoft.com/office/drawing/2014/main" id="{11F166A4-12FE-43FC-8A11-04672936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738" y="2369820"/>
            <a:ext cx="3690938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text-706">
            <a:extLst xmlns:a="http://schemas.openxmlformats.org/drawingml/2006/main">
              <a:ext uri="{FF2B5EF4-FFF2-40B4-BE49-F238E27FC236}">
                <a16:creationId xmlns:a16="http://schemas.microsoft.com/office/drawing/2014/main" id="{19B11900-2C8B-4447-8963-3E7BA31F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33650"/>
            <a:ext cx="3314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F"/>
                </a:solidFill>
              </a:defRPr>
            </a:pPr>
            <a:r>
              <a:rPr sz="1650" b="1">
                <a:solidFill>
                  <a:srgbClr val="16202F"/>
                </a:solidFill>
              </a:rPr>
              <a:t>2. Проверить</a:t>
            </a:r>
          </a:p>
        </p:txBody>
      </p:sp>
      <p:sp>
        <p:nvSpPr>
          <p:cNvPr id="12" name="text-707">
            <a:extLst xmlns:a="http://schemas.openxmlformats.org/drawingml/2006/main">
              <a:ext uri="{FF2B5EF4-FFF2-40B4-BE49-F238E27FC236}">
                <a16:creationId xmlns:a16="http://schemas.microsoft.com/office/drawing/2014/main" id="{E26221A2-1D86-4AE2-BF3E-08517149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76550"/>
            <a:ext cx="331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58F"/>
                </a:solidFill>
              </a:defRPr>
            </a:pPr>
            <a:r>
              <a:rPr sz="1275">
                <a:solidFill>
                  <a:srgbClr val="60758F"/>
                </a:solidFill>
              </a:rPr>
              <a:t>Corpus и Preview sources</a:t>
            </a:r>
          </a:p>
        </p:txBody>
      </p:sp>
      <p:sp>
        <p:nvSpPr>
          <p:cNvPr id="13" name="text-708">
            <a:extLst xmlns:a="http://schemas.openxmlformats.org/drawingml/2006/main">
              <a:ext uri="{FF2B5EF4-FFF2-40B4-BE49-F238E27FC236}">
                <a16:creationId xmlns:a16="http://schemas.microsoft.com/office/drawing/2014/main" id="{4C1AD336-9E00-4080-8CF6-79857984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6B6F"/>
                </a:solidFill>
              </a:defRPr>
            </a:pPr>
            <a:r>
              <a:rPr sz="1950" b="1">
                <a:solidFill>
                  <a:srgbClr val="0B6B6F"/>
                </a:solidFill>
              </a:rPr>
              <a:t>-&gt;</a:t>
            </a:r>
          </a:p>
        </p:txBody>
      </p:sp>
      <p:sp>
        <p:nvSpPr>
          <p:cNvPr id="14" name="flow-node-709">
            <a:extLst xmlns:a="http://schemas.openxmlformats.org/drawingml/2006/main">
              <a:ext uri="{FF2B5EF4-FFF2-40B4-BE49-F238E27FC236}">
                <a16:creationId xmlns:a16="http://schemas.microsoft.com/office/drawing/2014/main" id="{A4E7B86D-DE2C-4789-84D8-937DCEAF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69820"/>
            <a:ext cx="3690938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text-711">
            <a:extLst xmlns:a="http://schemas.openxmlformats.org/drawingml/2006/main">
              <a:ext uri="{FF2B5EF4-FFF2-40B4-BE49-F238E27FC236}">
                <a16:creationId xmlns:a16="http://schemas.microsoft.com/office/drawing/2014/main" id="{38DCA843-567D-4174-842D-203AF2F4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33650"/>
            <a:ext cx="3314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F"/>
                </a:solidFill>
              </a:defRPr>
            </a:pPr>
            <a:r>
              <a:rPr sz="1650" b="1">
                <a:solidFill>
                  <a:srgbClr val="16202F"/>
                </a:solidFill>
              </a:rPr>
              <a:t>3. Спросить</a:t>
            </a:r>
          </a:p>
        </p:txBody>
      </p:sp>
      <p:sp>
        <p:nvSpPr>
          <p:cNvPr id="16" name="text-712">
            <a:extLst xmlns:a="http://schemas.openxmlformats.org/drawingml/2006/main">
              <a:ext uri="{FF2B5EF4-FFF2-40B4-BE49-F238E27FC236}">
                <a16:creationId xmlns:a16="http://schemas.microsoft.com/office/drawing/2014/main" id="{D0875DFD-62F3-441F-8C0D-D1AA2834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76550"/>
            <a:ext cx="331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58F"/>
                </a:solidFill>
              </a:defRPr>
            </a:pPr>
            <a:r>
              <a:rPr sz="1275">
                <a:solidFill>
                  <a:srgbClr val="60758F"/>
                </a:solidFill>
              </a:rPr>
              <a:t>получить ответ по источникам</a:t>
            </a:r>
          </a:p>
        </p:txBody>
      </p:sp>
      <p:sp>
        <p:nvSpPr>
          <p:cNvPr id="17" name="text-713">
            <a:extLst xmlns:a="http://schemas.openxmlformats.org/drawingml/2006/main">
              <a:ext uri="{FF2B5EF4-FFF2-40B4-BE49-F238E27FC236}">
                <a16:creationId xmlns:a16="http://schemas.microsoft.com/office/drawing/2014/main" id="{E9C80595-1739-40D3-A383-6AC2A222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36220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6B6F"/>
                </a:solidFill>
              </a:defRPr>
            </a:pPr>
            <a:r>
              <a:rPr sz="1950" b="1">
                <a:solidFill>
                  <a:srgbClr val="0B6B6F"/>
                </a:solidFill>
              </a:rPr>
              <a:t>-&gt;</a:t>
            </a:r>
          </a:p>
        </p:txBody>
      </p:sp>
      <p:sp>
        <p:nvSpPr>
          <p:cNvPr id="18" name="flow-node-714">
            <a:extLst xmlns:a="http://schemas.openxmlformats.org/drawingml/2006/main">
              <a:ext uri="{FF2B5EF4-FFF2-40B4-BE49-F238E27FC236}">
                <a16:creationId xmlns:a16="http://schemas.microsoft.com/office/drawing/2014/main" id="{2B487427-603B-4503-B87C-4F10FF23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7913" y="2369820"/>
            <a:ext cx="3690938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text-716">
            <a:extLst xmlns:a="http://schemas.openxmlformats.org/drawingml/2006/main">
              <a:ext uri="{FF2B5EF4-FFF2-40B4-BE49-F238E27FC236}">
                <a16:creationId xmlns:a16="http://schemas.microsoft.com/office/drawing/2014/main" id="{7CDB0EBD-F9C6-41BE-A81B-EACBA7F5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533650"/>
            <a:ext cx="3314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F"/>
                </a:solidFill>
              </a:defRPr>
            </a:pPr>
            <a:r>
              <a:rPr sz="1650" b="1">
                <a:solidFill>
                  <a:srgbClr val="16202F"/>
                </a:solidFill>
              </a:rPr>
              <a:t>4. Сохранить</a:t>
            </a:r>
          </a:p>
        </p:txBody>
      </p:sp>
      <p:sp>
        <p:nvSpPr>
          <p:cNvPr id="20" name="text-717">
            <a:extLst xmlns:a="http://schemas.openxmlformats.org/drawingml/2006/main">
              <a:ext uri="{FF2B5EF4-FFF2-40B4-BE49-F238E27FC236}">
                <a16:creationId xmlns:a16="http://schemas.microsoft.com/office/drawing/2014/main" id="{68A032F5-59FD-49DD-AB32-39072605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876550"/>
            <a:ext cx="331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58F"/>
                </a:solidFill>
              </a:defRPr>
            </a:pPr>
            <a:r>
              <a:rPr sz="1275">
                <a:solidFill>
                  <a:srgbClr val="60758F"/>
                </a:solidFill>
              </a:rPr>
              <a:t>Test Run с оценкой</a:t>
            </a:r>
          </a:p>
        </p:txBody>
      </p:sp>
      <p:sp>
        <p:nvSpPr>
          <p:cNvPr id="21" name="flow-node-719">
            <a:extLst xmlns:a="http://schemas.openxmlformats.org/drawingml/2006/main">
              <a:ext uri="{FF2B5EF4-FFF2-40B4-BE49-F238E27FC236}">
                <a16:creationId xmlns:a16="http://schemas.microsoft.com/office/drawing/2014/main" id="{BCD002B7-6225-465A-97EA-4904721B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36670"/>
            <a:ext cx="3690938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text-721">
            <a:extLst xmlns:a="http://schemas.openxmlformats.org/drawingml/2006/main">
              <a:ext uri="{FF2B5EF4-FFF2-40B4-BE49-F238E27FC236}">
                <a16:creationId xmlns:a16="http://schemas.microsoft.com/office/drawing/2014/main" id="{04A35AF7-73C2-4FD1-819F-642E49CB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3314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F"/>
                </a:solidFill>
              </a:defRPr>
            </a:pPr>
            <a:r>
              <a:rPr sz="1650" b="1">
                <a:solidFill>
                  <a:srgbClr val="16202F"/>
                </a:solidFill>
              </a:rPr>
              <a:t>5. Сформировать</a:t>
            </a:r>
          </a:p>
        </p:txBody>
      </p:sp>
      <p:sp>
        <p:nvSpPr>
          <p:cNvPr id="23" name="text-722">
            <a:extLst xmlns:a="http://schemas.openxmlformats.org/drawingml/2006/main">
              <a:ext uri="{FF2B5EF4-FFF2-40B4-BE49-F238E27FC236}">
                <a16:creationId xmlns:a16="http://schemas.microsoft.com/office/drawing/2014/main" id="{48EC20B3-DD12-4B8F-96A3-1E13EB07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331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58F"/>
                </a:solidFill>
              </a:defRPr>
            </a:pPr>
            <a:r>
              <a:rPr sz="1275">
                <a:solidFill>
                  <a:srgbClr val="60758F"/>
                </a:solidFill>
              </a:rPr>
              <a:t>Blog Post по template</a:t>
            </a:r>
          </a:p>
        </p:txBody>
      </p:sp>
      <p:sp>
        <p:nvSpPr>
          <p:cNvPr id="24" name="text-723">
            <a:extLst xmlns:a="http://schemas.openxmlformats.org/drawingml/2006/main">
              <a:ext uri="{FF2B5EF4-FFF2-40B4-BE49-F238E27FC236}">
                <a16:creationId xmlns:a16="http://schemas.microsoft.com/office/drawing/2014/main" id="{266E745B-F721-4A46-9FE1-5AF0A3D9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2905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6B6F"/>
                </a:solidFill>
              </a:defRPr>
            </a:pPr>
            <a:r>
              <a:rPr sz="1950" b="1">
                <a:solidFill>
                  <a:srgbClr val="0B6B6F"/>
                </a:solidFill>
              </a:rPr>
              <a:t>-&gt;</a:t>
            </a:r>
          </a:p>
        </p:txBody>
      </p:sp>
      <p:sp>
        <p:nvSpPr>
          <p:cNvPr id="25" name="flow-node-724">
            <a:extLst xmlns:a="http://schemas.openxmlformats.org/drawingml/2006/main">
              <a:ext uri="{FF2B5EF4-FFF2-40B4-BE49-F238E27FC236}">
                <a16:creationId xmlns:a16="http://schemas.microsoft.com/office/drawing/2014/main" id="{16B4F8BC-0DAA-468D-8B1F-76F89C53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738" y="3836670"/>
            <a:ext cx="3690938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text-726">
            <a:extLst xmlns:a="http://schemas.openxmlformats.org/drawingml/2006/main">
              <a:ext uri="{FF2B5EF4-FFF2-40B4-BE49-F238E27FC236}">
                <a16:creationId xmlns:a16="http://schemas.microsoft.com/office/drawing/2014/main" id="{2344F044-FF7F-4514-9EF1-DECE539C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3314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F"/>
                </a:solidFill>
              </a:defRPr>
            </a:pPr>
            <a:r>
              <a:rPr sz="1650" b="1">
                <a:solidFill>
                  <a:srgbClr val="16202F"/>
                </a:solidFill>
              </a:rPr>
              <a:t>6. Добавить</a:t>
            </a:r>
          </a:p>
        </p:txBody>
      </p:sp>
      <p:sp>
        <p:nvSpPr>
          <p:cNvPr id="27" name="text-727">
            <a:extLst xmlns:a="http://schemas.openxmlformats.org/drawingml/2006/main">
              <a:ext uri="{FF2B5EF4-FFF2-40B4-BE49-F238E27FC236}">
                <a16:creationId xmlns:a16="http://schemas.microsoft.com/office/drawing/2014/main" id="{F02B5F3A-21B2-4CFB-B0B9-36BD467F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43400"/>
            <a:ext cx="331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58F"/>
                </a:solidFill>
              </a:defRPr>
            </a:pPr>
            <a:r>
              <a:rPr sz="1275">
                <a:solidFill>
                  <a:srgbClr val="60758F"/>
                </a:solidFill>
              </a:rPr>
              <a:t>related content и SEO</a:t>
            </a:r>
          </a:p>
        </p:txBody>
      </p:sp>
      <p:sp>
        <p:nvSpPr>
          <p:cNvPr id="28" name="text-728">
            <a:extLst xmlns:a="http://schemas.openxmlformats.org/drawingml/2006/main">
              <a:ext uri="{FF2B5EF4-FFF2-40B4-BE49-F238E27FC236}">
                <a16:creationId xmlns:a16="http://schemas.microsoft.com/office/drawing/2014/main" id="{25CFC297-AF41-416E-BDA6-B8114DBE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2905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6B6F"/>
                </a:solidFill>
              </a:defRPr>
            </a:pPr>
            <a:r>
              <a:rPr sz="1950" b="1">
                <a:solidFill>
                  <a:srgbClr val="0B6B6F"/>
                </a:solidFill>
              </a:rPr>
              <a:t>-&gt;</a:t>
            </a:r>
          </a:p>
        </p:txBody>
      </p:sp>
      <p:sp>
        <p:nvSpPr>
          <p:cNvPr id="29" name="flow-node-729">
            <a:extLst xmlns:a="http://schemas.openxmlformats.org/drawingml/2006/main">
              <a:ext uri="{FF2B5EF4-FFF2-40B4-BE49-F238E27FC236}">
                <a16:creationId xmlns:a16="http://schemas.microsoft.com/office/drawing/2014/main" id="{13926A44-CC64-41A3-83A2-B97F2361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836670"/>
            <a:ext cx="3690938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text-731">
            <a:extLst xmlns:a="http://schemas.openxmlformats.org/drawingml/2006/main">
              <a:ext uri="{FF2B5EF4-FFF2-40B4-BE49-F238E27FC236}">
                <a16:creationId xmlns:a16="http://schemas.microsoft.com/office/drawing/2014/main" id="{3510CDD2-5A53-4376-A7C3-1230E7F5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00500"/>
            <a:ext cx="3314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F"/>
                </a:solidFill>
              </a:defRPr>
            </a:pPr>
            <a:r>
              <a:rPr sz="1650" b="1">
                <a:solidFill>
                  <a:srgbClr val="16202F"/>
                </a:solidFill>
              </a:rPr>
              <a:t>7. Утвердить</a:t>
            </a:r>
          </a:p>
        </p:txBody>
      </p:sp>
      <p:sp>
        <p:nvSpPr>
          <p:cNvPr id="31" name="text-732">
            <a:extLst xmlns:a="http://schemas.openxmlformats.org/drawingml/2006/main">
              <a:ext uri="{FF2B5EF4-FFF2-40B4-BE49-F238E27FC236}">
                <a16:creationId xmlns:a16="http://schemas.microsoft.com/office/drawing/2014/main" id="{D1A46A9C-6D9E-4085-A2F4-412075C1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43400"/>
            <a:ext cx="331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58F"/>
                </a:solidFill>
              </a:defRPr>
            </a:pPr>
            <a:r>
              <a:rPr sz="1275">
                <a:solidFill>
                  <a:srgbClr val="60758F"/>
                </a:solidFill>
              </a:rPr>
              <a:t>Site Links и transition</a:t>
            </a:r>
          </a:p>
        </p:txBody>
      </p:sp>
      <p:sp>
        <p:nvSpPr>
          <p:cNvPr id="32" name="text-733">
            <a:extLst xmlns:a="http://schemas.openxmlformats.org/drawingml/2006/main">
              <a:ext uri="{FF2B5EF4-FFF2-40B4-BE49-F238E27FC236}">
                <a16:creationId xmlns:a16="http://schemas.microsoft.com/office/drawing/2014/main" id="{2BB1FED0-5878-4493-A1F7-1CBCB546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3829050"/>
            <a:ext cx="40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6B6F"/>
                </a:solidFill>
              </a:defRPr>
            </a:pPr>
            <a:r>
              <a:rPr sz="1950" b="1">
                <a:solidFill>
                  <a:srgbClr val="0B6B6F"/>
                </a:solidFill>
              </a:rPr>
              <a:t>-&gt;</a:t>
            </a:r>
          </a:p>
        </p:txBody>
      </p:sp>
      <p:sp>
        <p:nvSpPr>
          <p:cNvPr id="33" name="flow-node-734">
            <a:extLst xmlns:a="http://schemas.openxmlformats.org/drawingml/2006/main">
              <a:ext uri="{FF2B5EF4-FFF2-40B4-BE49-F238E27FC236}">
                <a16:creationId xmlns:a16="http://schemas.microsoft.com/office/drawing/2014/main" id="{76D8FFFA-8961-4BCE-82E5-FE1E7BF9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7913" y="3836670"/>
            <a:ext cx="3690938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4" name="text-736">
            <a:extLst xmlns:a="http://schemas.openxmlformats.org/drawingml/2006/main">
              <a:ext uri="{FF2B5EF4-FFF2-40B4-BE49-F238E27FC236}">
                <a16:creationId xmlns:a16="http://schemas.microsoft.com/office/drawing/2014/main" id="{ED54D452-C918-425A-AEAA-2D7569A3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4000500"/>
            <a:ext cx="3314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02F"/>
                </a:solidFill>
              </a:defRPr>
            </a:pPr>
            <a:r>
              <a:rPr sz="1650" b="1">
                <a:solidFill>
                  <a:srgbClr val="16202F"/>
                </a:solidFill>
              </a:rPr>
              <a:t>8. Показать</a:t>
            </a:r>
          </a:p>
        </p:txBody>
      </p:sp>
      <p:sp>
        <p:nvSpPr>
          <p:cNvPr id="35" name="text-737">
            <a:extLst xmlns:a="http://schemas.openxmlformats.org/drawingml/2006/main">
              <a:ext uri="{FF2B5EF4-FFF2-40B4-BE49-F238E27FC236}">
                <a16:creationId xmlns:a16="http://schemas.microsoft.com/office/drawing/2014/main" id="{897B971F-946F-4C7D-B111-D880FE23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4343400"/>
            <a:ext cx="331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58F"/>
                </a:solidFill>
              </a:defRPr>
            </a:pPr>
            <a:r>
              <a:rPr sz="1275">
                <a:solidFill>
                  <a:srgbClr val="60758F"/>
                </a:solidFill>
              </a:rPr>
              <a:t>готовый workflow заказчику</a:t>
            </a:r>
          </a:p>
        </p:txBody>
      </p:sp>
      <p:sp>
        <p:nvSpPr>
          <p:cNvPr id="36" name="product-panel-739">
            <a:extLst xmlns:a="http://schemas.openxmlformats.org/drawingml/2006/main">
              <a:ext uri="{FF2B5EF4-FFF2-40B4-BE49-F238E27FC236}">
                <a16:creationId xmlns:a16="http://schemas.microsoft.com/office/drawing/2014/main" id="{5C5E5CF1-F0AB-4884-A1E5-B3B27C78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3520"/>
            <a:ext cx="16649700" cy="1040130"/>
          </a:xfrm>
          <a:prstGeom xmlns:a="http://schemas.openxmlformats.org/drawingml/2006/main" prst="roundRect">
            <a:avLst>
              <a:gd name="adj" fmla="val 732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7" name="panel-mark-742">
            <a:extLst xmlns:a="http://schemas.openxmlformats.org/drawingml/2006/main">
              <a:ext uri="{FF2B5EF4-FFF2-40B4-BE49-F238E27FC236}">
                <a16:creationId xmlns:a16="http://schemas.microsoft.com/office/drawing/2014/main" id="{AD05D946-9CAC-4FF7-B5CB-BDEA3F88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6F"/>
          </a:solidFill>
        </p:spPr>
      </p:sp>
      <p:sp>
        <p:nvSpPr>
          <p:cNvPr id="38" name="text-743">
            <a:extLst xmlns:a="http://schemas.openxmlformats.org/drawingml/2006/main">
              <a:ext uri="{FF2B5EF4-FFF2-40B4-BE49-F238E27FC236}">
                <a16:creationId xmlns:a16="http://schemas.microsoft.com/office/drawing/2014/main" id="{98A57198-DA42-4153-A9B7-EC12DF97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05450"/>
            <a:ext cx="15925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02F"/>
                </a:solidFill>
              </a:defRPr>
            </a:pPr>
            <a:r>
              <a:rPr sz="1950" b="1">
                <a:solidFill>
                  <a:srgbClr val="16202F"/>
                </a:solidFill>
              </a:rPr>
              <a:t>Что демонстрирует прототип</a:t>
            </a:r>
          </a:p>
        </p:txBody>
      </p:sp>
      <p:sp>
        <p:nvSpPr>
          <p:cNvPr id="39" name="text-744">
            <a:extLst xmlns:a="http://schemas.openxmlformats.org/drawingml/2006/main">
              <a:ext uri="{FF2B5EF4-FFF2-40B4-BE49-F238E27FC236}">
                <a16:creationId xmlns:a16="http://schemas.microsoft.com/office/drawing/2014/main" id="{349CBD09-C2B6-48C1-A570-9B574ED7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05500"/>
            <a:ext cx="16116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F"/>
                </a:solidFill>
              </a:defRPr>
            </a:pPr>
            <a:r>
              <a:rPr sz="1500">
                <a:solidFill>
                  <a:srgbClr val="60758F"/>
                </a:solidFill>
              </a:rPr>
              <a:t>Не “какая модель внутри”, а продуктовую систему: управляемые данные, прозрачные источники, повторяемые шаблоны и связанный контент across sites.</a:t>
            </a:r>
          </a:p>
        </p:txBody>
      </p:sp>
      <p:sp>
        <p:nvSpPr>
          <p:cNvPr id="40" name="text-754">
            <a:extLst xmlns:a="http://schemas.openxmlformats.org/drawingml/2006/main">
              <a:ext uri="{FF2B5EF4-FFF2-40B4-BE49-F238E27FC236}">
                <a16:creationId xmlns:a16="http://schemas.microsoft.com/office/drawing/2014/main" id="{99F20AED-E6D6-4D4E-A286-D438E5D2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01200"/>
            <a:ext cx="1600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58F"/>
                </a:solidFill>
              </a:defRPr>
            </a:pPr>
            <a:r>
              <a:rPr sz="1050">
                <a:solidFill>
                  <a:srgbClr val="60758F"/>
                </a:solidFill>
              </a:rPr>
              <a:t>CMS AI product overview</a:t>
            </a:r>
          </a:p>
        </p:txBody>
      </p:sp>
      <p:sp>
        <p:nvSpPr>
          <p:cNvPr id="41" name="text-755">
            <a:extLst xmlns:a="http://schemas.openxmlformats.org/drawingml/2006/main">
              <a:ext uri="{FF2B5EF4-FFF2-40B4-BE49-F238E27FC236}">
                <a16:creationId xmlns:a16="http://schemas.microsoft.com/office/drawing/2014/main" id="{F40DE6D2-A706-4D7B-8641-D2FF7C2D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96012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6B6F"/>
                </a:solidFill>
              </a:defRPr>
            </a:pPr>
            <a:r>
              <a:rPr sz="1050" b="1">
                <a:solidFill>
                  <a:srgbClr val="0B6B6F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521678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2026-05-21T20:54:10.5780000Z</dcterms:created>
  <dcterms:modified xsi:type="dcterms:W3CDTF">2026-05-21T20:54:10.5780000Z</dcterms:modified>
</coreProperties>
</file>